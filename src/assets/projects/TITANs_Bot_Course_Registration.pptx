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503" r:id="rId4"/>
  </p:sldMasterIdLst>
  <p:notesMasterIdLst>
    <p:notesMasterId r:id="rId16"/>
  </p:notesMasterIdLst>
  <p:sldIdLst>
    <p:sldId id="299" r:id="rId5"/>
    <p:sldId id="300" r:id="rId6"/>
    <p:sldId id="301" r:id="rId7"/>
    <p:sldId id="309" r:id="rId8"/>
    <p:sldId id="302" r:id="rId9"/>
    <p:sldId id="310" r:id="rId10"/>
    <p:sldId id="304" r:id="rId11"/>
    <p:sldId id="312" r:id="rId12"/>
    <p:sldId id="306" r:id="rId13"/>
    <p:sldId id="311" r:id="rId14"/>
    <p:sldId id="30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DFFF"/>
    <a:srgbClr val="00FFFF"/>
    <a:srgbClr val="362795"/>
    <a:srgbClr val="10103D"/>
    <a:srgbClr val="D4D0E9"/>
    <a:srgbClr val="FFFFFF"/>
    <a:srgbClr val="439EB7"/>
    <a:srgbClr val="000000"/>
    <a:srgbClr val="2121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347CF1-1C36-546B-1425-563E1FEF83BE}" v="15" dt="2024-04-17T15:07:19.953"/>
    <p1510:client id="{8E85E498-B7AA-3BD3-2085-BEA29761FA72}" v="288" dt="2024-04-17T14:36:54.335"/>
    <p1510:client id="{E8FBB850-B8DC-81AC-4277-AB09B617496A}" v="127" dt="2024-04-15T15:27:07.1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02" autoAdjust="0"/>
    <p:restoredTop sz="96357" autoAdjust="0"/>
  </p:normalViewPr>
  <p:slideViewPr>
    <p:cSldViewPr snapToGrid="0">
      <p:cViewPr>
        <p:scale>
          <a:sx n="60" d="100"/>
          <a:sy n="60" d="100"/>
        </p:scale>
        <p:origin x="-924" y="-414"/>
      </p:cViewPr>
      <p:guideLst>
        <p:guide orient="horz" pos="2160"/>
        <p:guide pos="3840"/>
      </p:guideLst>
    </p:cSldViewPr>
  </p:slideViewPr>
  <p:outlineViewPr>
    <p:cViewPr>
      <p:scale>
        <a:sx n="33" d="100"/>
        <a:sy n="33" d="100"/>
      </p:scale>
      <p:origin x="0" y="-47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F07771-3FAA-4D43-A059-9A7D838C2880}" type="datetimeFigureOut">
              <a:rPr lang="en-US" smtClean="0"/>
              <a:t>4/17/2024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B68C18-1BF1-F447-95ED-60EAAE35426E}" type="slidenum">
              <a:rPr lang="en-US" smtClean="0"/>
              <a:t>‹#›</a:t>
            </a:fld>
            <a:endParaRPr lang="en-US" dirty="0"/>
          </a:p>
        </p:txBody>
      </p:sp>
    </p:spTree>
    <p:extLst>
      <p:ext uri="{BB962C8B-B14F-4D97-AF65-F5344CB8AC3E}">
        <p14:creationId xmlns:p14="http://schemas.microsoft.com/office/powerpoint/2010/main" val="1391759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support.microsoft.com/en-us/office/edit-your-school-presentation-44445997-6769-4d44-8b30-f9e3050adbfb?ui=en-us&amp;rs=en-us&amp;ad=us" TargetMode="External"/><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EF6AE-149E-CEA7-AE00-D115EB23463B}"/>
              </a:ext>
            </a:extLst>
          </p:cNvPr>
          <p:cNvSpPr>
            <a:spLocks noGrp="1"/>
          </p:cNvSpPr>
          <p:nvPr>
            <p:ph type="ctrTitle" hasCustomPrompt="1"/>
          </p:nvPr>
        </p:nvSpPr>
        <p:spPr>
          <a:xfrm>
            <a:off x="689987" y="884255"/>
            <a:ext cx="5148105" cy="2857510"/>
          </a:xfrm>
        </p:spPr>
        <p:txBody>
          <a:bodyPr anchor="b">
            <a:normAutofit/>
          </a:bodyPr>
          <a:lstStyle>
            <a:lvl1pPr algn="l">
              <a:lnSpc>
                <a:spcPct val="75000"/>
              </a:lnSpc>
              <a:defRPr sz="8000" b="1" cap="all" baseline="0"/>
            </a:lvl1pPr>
          </a:lstStyle>
          <a:p>
            <a:r>
              <a:rPr lang="en-US" dirty="0"/>
              <a:t>Add Title </a:t>
            </a:r>
          </a:p>
        </p:txBody>
      </p:sp>
      <p:sp>
        <p:nvSpPr>
          <p:cNvPr id="3" name="Subtitle 2">
            <a:extLst>
              <a:ext uri="{FF2B5EF4-FFF2-40B4-BE49-F238E27FC236}">
                <a16:creationId xmlns:a16="http://schemas.microsoft.com/office/drawing/2014/main" id="{9A2B5661-7CA8-2748-8523-AD0DFD354CC8}"/>
              </a:ext>
            </a:extLst>
          </p:cNvPr>
          <p:cNvSpPr>
            <a:spLocks noGrp="1"/>
          </p:cNvSpPr>
          <p:nvPr>
            <p:ph type="subTitle" idx="1" hasCustomPrompt="1"/>
          </p:nvPr>
        </p:nvSpPr>
        <p:spPr>
          <a:xfrm>
            <a:off x="808057" y="4552915"/>
            <a:ext cx="5030036" cy="365125"/>
          </a:xfrm>
        </p:spPr>
        <p:txBody>
          <a:bodyPr>
            <a:normAutofit/>
          </a:bodyPr>
          <a:lstStyle>
            <a:lvl1pPr marL="0" indent="0" algn="l">
              <a:buNone/>
              <a:defRPr sz="1600" b="1"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Subtitle here</a:t>
            </a:r>
          </a:p>
        </p:txBody>
      </p:sp>
      <p:sp>
        <p:nvSpPr>
          <p:cNvPr id="10" name="Text Placeholder 9">
            <a:extLst>
              <a:ext uri="{FF2B5EF4-FFF2-40B4-BE49-F238E27FC236}">
                <a16:creationId xmlns:a16="http://schemas.microsoft.com/office/drawing/2014/main" id="{0B04BD1D-781E-E27B-949C-49484EB07480}"/>
              </a:ext>
            </a:extLst>
          </p:cNvPr>
          <p:cNvSpPr>
            <a:spLocks noGrp="1"/>
          </p:cNvSpPr>
          <p:nvPr>
            <p:ph type="body" sz="quarter" idx="13" hasCustomPrompt="1"/>
          </p:nvPr>
        </p:nvSpPr>
        <p:spPr>
          <a:xfrm>
            <a:off x="808057" y="4928790"/>
            <a:ext cx="5030036" cy="1502677"/>
          </a:xfrm>
        </p:spPr>
        <p:txBody>
          <a:bodyPr>
            <a:normAutofit/>
          </a:bodyPr>
          <a:lstStyle>
            <a:lvl1pPr marL="0" indent="0">
              <a:buNone/>
              <a:defRPr sz="1600"/>
            </a:lvl1pPr>
            <a:lvl2pPr marL="457200" indent="0">
              <a:buNone/>
              <a:defRPr/>
            </a:lvl2pPr>
            <a:lvl3pPr marL="914400" indent="0">
              <a:buNone/>
              <a:defRPr/>
            </a:lvl3pPr>
            <a:lvl4pPr marL="1371600" indent="0">
              <a:buNone/>
              <a:defRPr/>
            </a:lvl4pPr>
            <a:lvl5pPr marL="1828800" indent="0">
              <a:buNone/>
              <a:defRPr/>
            </a:lvl5pPr>
          </a:lstStyle>
          <a:p>
            <a:pPr lvl="0"/>
            <a:r>
              <a:rPr lang="en-US" dirty="0"/>
              <a:t>Add text here</a:t>
            </a:r>
          </a:p>
        </p:txBody>
      </p:sp>
      <p:cxnSp>
        <p:nvCxnSpPr>
          <p:cNvPr id="13" name="Straight Connector 12" title="Verticle Rule Line">
            <a:extLst>
              <a:ext uri="{FF2B5EF4-FFF2-40B4-BE49-F238E27FC236}">
                <a16:creationId xmlns:a16="http://schemas.microsoft.com/office/drawing/2014/main" id="{CE266693-B86C-0A7F-4122-5AFA5028696B}"/>
              </a:ext>
            </a:extLst>
          </p:cNvPr>
          <p:cNvCxnSpPr>
            <a:cxnSpLocks/>
          </p:cNvCxnSpPr>
          <p:nvPr userDrawn="1"/>
        </p:nvCxnSpPr>
        <p:spPr>
          <a:xfrm flipH="1">
            <a:off x="863268" y="4083933"/>
            <a:ext cx="1253208" cy="0"/>
          </a:xfrm>
          <a:prstGeom prst="line">
            <a:avLst/>
          </a:prstGeom>
          <a:ln w="76200">
            <a:solidFill>
              <a:schemeClr val="accent2">
                <a:alpha val="50196"/>
              </a:schemeClr>
            </a:solidFill>
          </a:ln>
        </p:spPr>
        <p:style>
          <a:lnRef idx="1">
            <a:schemeClr val="accent1"/>
          </a:lnRef>
          <a:fillRef idx="0">
            <a:schemeClr val="accent1"/>
          </a:fillRef>
          <a:effectRef idx="0">
            <a:schemeClr val="accent1"/>
          </a:effectRef>
          <a:fontRef idx="minor">
            <a:schemeClr val="tx1"/>
          </a:fontRef>
        </p:style>
      </p:cxnSp>
      <p:sp>
        <p:nvSpPr>
          <p:cNvPr id="15" name="Picture Placeholder 14">
            <a:extLst>
              <a:ext uri="{FF2B5EF4-FFF2-40B4-BE49-F238E27FC236}">
                <a16:creationId xmlns:a16="http://schemas.microsoft.com/office/drawing/2014/main" id="{FFF9B1CD-0F75-2582-F5BC-0027F62F8077}"/>
              </a:ext>
            </a:extLst>
          </p:cNvPr>
          <p:cNvSpPr>
            <a:spLocks noGrp="1"/>
          </p:cNvSpPr>
          <p:nvPr>
            <p:ph type="pic" sz="quarter" idx="14" hasCustomPrompt="1"/>
          </p:nvPr>
        </p:nvSpPr>
        <p:spPr>
          <a:xfrm>
            <a:off x="6208657" y="1064814"/>
            <a:ext cx="4884723" cy="5024485"/>
          </a:xfrm>
          <a:prstGeom prst="ellipse">
            <a:avLst/>
          </a:prstGeom>
          <a:ln w="9525">
            <a:noFill/>
          </a:ln>
        </p:spPr>
        <p:txBody>
          <a:bodyPr anchor="ctr">
            <a:normAutofit/>
          </a:bodyPr>
          <a:lstStyle>
            <a:lvl1pPr marL="0" indent="0" algn="ctr">
              <a:buNone/>
              <a:defRPr sz="1800"/>
            </a:lvl1pPr>
          </a:lstStyle>
          <a:p>
            <a:r>
              <a:rPr lang="en-US" dirty="0"/>
              <a:t>Click to add picture </a:t>
            </a:r>
          </a:p>
        </p:txBody>
      </p:sp>
    </p:spTree>
    <p:extLst>
      <p:ext uri="{BB962C8B-B14F-4D97-AF65-F5344CB8AC3E}">
        <p14:creationId xmlns:p14="http://schemas.microsoft.com/office/powerpoint/2010/main" val="2654955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EF6AE-149E-CEA7-AE00-D115EB23463B}"/>
              </a:ext>
            </a:extLst>
          </p:cNvPr>
          <p:cNvSpPr>
            <a:spLocks noGrp="1"/>
          </p:cNvSpPr>
          <p:nvPr>
            <p:ph type="ctrTitle" hasCustomPrompt="1"/>
          </p:nvPr>
        </p:nvSpPr>
        <p:spPr>
          <a:xfrm>
            <a:off x="767865" y="440766"/>
            <a:ext cx="10506386" cy="586583"/>
          </a:xfrm>
        </p:spPr>
        <p:txBody>
          <a:bodyPr anchor="b">
            <a:normAutofit/>
          </a:bodyPr>
          <a:lstStyle>
            <a:lvl1pPr algn="l">
              <a:lnSpc>
                <a:spcPct val="75000"/>
              </a:lnSpc>
              <a:defRPr sz="3200" b="1" cap="all" baseline="0"/>
            </a:lvl1pPr>
          </a:lstStyle>
          <a:p>
            <a:r>
              <a:rPr lang="en-US" dirty="0"/>
              <a:t>Add Title </a:t>
            </a:r>
          </a:p>
        </p:txBody>
      </p:sp>
      <p:cxnSp>
        <p:nvCxnSpPr>
          <p:cNvPr id="13" name="Straight Connector 12" title="Verticle Rule Line">
            <a:extLst>
              <a:ext uri="{FF2B5EF4-FFF2-40B4-BE49-F238E27FC236}">
                <a16:creationId xmlns:a16="http://schemas.microsoft.com/office/drawing/2014/main" id="{CE266693-B86C-0A7F-4122-5AFA5028696B}"/>
              </a:ext>
            </a:extLst>
          </p:cNvPr>
          <p:cNvCxnSpPr>
            <a:cxnSpLocks/>
          </p:cNvCxnSpPr>
          <p:nvPr userDrawn="1"/>
        </p:nvCxnSpPr>
        <p:spPr>
          <a:xfrm flipH="1">
            <a:off x="853219" y="1370880"/>
            <a:ext cx="1253208" cy="0"/>
          </a:xfrm>
          <a:prstGeom prst="line">
            <a:avLst/>
          </a:prstGeom>
          <a:ln w="76200">
            <a:solidFill>
              <a:schemeClr val="accent2">
                <a:alpha val="50000"/>
              </a:schemeClr>
            </a:solidFill>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CC2AD9E8-14E8-2D94-11D7-64806DB72E56}"/>
              </a:ext>
            </a:extLst>
          </p:cNvPr>
          <p:cNvSpPr>
            <a:spLocks noGrp="1"/>
          </p:cNvSpPr>
          <p:nvPr>
            <p:ph type="ftr" sz="quarter" idx="11"/>
          </p:nvPr>
        </p:nvSpPr>
        <p:spPr>
          <a:xfrm>
            <a:off x="767865" y="6183501"/>
            <a:ext cx="3161040" cy="365125"/>
          </a:xfrm>
        </p:spPr>
        <p:txBody>
          <a:bodyPr/>
          <a:lstStyle>
            <a:lvl1pPr algn="l">
              <a:defRPr sz="1000" cap="all" baseline="0"/>
            </a:lvl1pPr>
          </a:lstStyle>
          <a:p>
            <a:r>
              <a:rPr lang="en-US" dirty="0"/>
              <a:t>Add footer here</a:t>
            </a:r>
          </a:p>
        </p:txBody>
      </p:sp>
      <p:sp>
        <p:nvSpPr>
          <p:cNvPr id="8" name="Slide Number Placeholder 5">
            <a:extLst>
              <a:ext uri="{FF2B5EF4-FFF2-40B4-BE49-F238E27FC236}">
                <a16:creationId xmlns:a16="http://schemas.microsoft.com/office/drawing/2014/main" id="{6A722167-2F12-D034-503E-17517FE09CED}"/>
              </a:ext>
            </a:extLst>
          </p:cNvPr>
          <p:cNvSpPr>
            <a:spLocks noGrp="1"/>
          </p:cNvSpPr>
          <p:nvPr>
            <p:ph type="sldNum" sz="quarter" idx="12"/>
          </p:nvPr>
        </p:nvSpPr>
        <p:spPr>
          <a:xfrm>
            <a:off x="8767469" y="6183501"/>
            <a:ext cx="2593316" cy="365125"/>
          </a:xfrm>
        </p:spPr>
        <p:txBody>
          <a:bodyPr lIns="0" tIns="0" rIns="0"/>
          <a:lstStyle>
            <a:lvl1pPr>
              <a:defRPr sz="1000" cap="all" baseline="0"/>
            </a:lvl1pPr>
          </a:lstStyle>
          <a:p>
            <a:r>
              <a:rPr lang="en-US" dirty="0"/>
              <a:t>Page 0</a:t>
            </a:r>
            <a:fld id="{F4D6F5BC-20F0-430F-85EA-3DE30F119EFB}" type="slidenum">
              <a:rPr lang="en-US" smtClean="0"/>
              <a:pPr/>
              <a:t>‹#›</a:t>
            </a:fld>
            <a:endParaRPr lang="en-US" dirty="0"/>
          </a:p>
        </p:txBody>
      </p:sp>
      <p:sp>
        <p:nvSpPr>
          <p:cNvPr id="5" name="Content Placeholder 3">
            <a:extLst>
              <a:ext uri="{FF2B5EF4-FFF2-40B4-BE49-F238E27FC236}">
                <a16:creationId xmlns:a16="http://schemas.microsoft.com/office/drawing/2014/main" id="{06B18601-29B7-CEC1-B476-E63FC26258C4}"/>
              </a:ext>
            </a:extLst>
          </p:cNvPr>
          <p:cNvSpPr>
            <a:spLocks noGrp="1"/>
          </p:cNvSpPr>
          <p:nvPr>
            <p:ph sz="quarter" idx="14"/>
          </p:nvPr>
        </p:nvSpPr>
        <p:spPr>
          <a:xfrm>
            <a:off x="3008647" y="1497208"/>
            <a:ext cx="8266112" cy="4541837"/>
          </a:xfrm>
        </p:spPr>
        <p:txBody>
          <a:bodyPr/>
          <a:lstStyle>
            <a:lvl1pPr marL="0" indent="0">
              <a:lnSpc>
                <a:spcPct val="150000"/>
              </a:lnSpc>
              <a:buNone/>
              <a:defRPr sz="32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93590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ist">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F2E5F8C-6D58-8F32-B51F-0C3D8A3488C8}"/>
              </a:ext>
              <a:ext uri="{C183D7F6-B498-43B3-948B-1728B52AA6E4}">
                <adec:decorative xmlns:adec="http://schemas.microsoft.com/office/drawing/2017/decorative" val="1"/>
              </a:ext>
            </a:extLst>
          </p:cNvPr>
          <p:cNvSpPr/>
          <p:nvPr userDrawn="1"/>
        </p:nvSpPr>
        <p:spPr>
          <a:xfrm>
            <a:off x="4253739" y="0"/>
            <a:ext cx="7938261" cy="6858000"/>
          </a:xfrm>
          <a:prstGeom prst="rect">
            <a:avLst/>
          </a:prstGeom>
          <a:solidFill>
            <a:srgbClr val="FFFFFF">
              <a:alpha val="8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CFEF6AE-149E-CEA7-AE00-D115EB23463B}"/>
              </a:ext>
            </a:extLst>
          </p:cNvPr>
          <p:cNvSpPr>
            <a:spLocks noGrp="1"/>
          </p:cNvSpPr>
          <p:nvPr>
            <p:ph type="ctrTitle" hasCustomPrompt="1"/>
          </p:nvPr>
        </p:nvSpPr>
        <p:spPr>
          <a:xfrm>
            <a:off x="767865" y="440766"/>
            <a:ext cx="10506386" cy="586583"/>
          </a:xfrm>
        </p:spPr>
        <p:txBody>
          <a:bodyPr anchor="b">
            <a:normAutofit/>
          </a:bodyPr>
          <a:lstStyle>
            <a:lvl1pPr algn="l">
              <a:lnSpc>
                <a:spcPct val="75000"/>
              </a:lnSpc>
              <a:defRPr sz="3200" b="1" cap="all" baseline="0"/>
            </a:lvl1pPr>
          </a:lstStyle>
          <a:p>
            <a:r>
              <a:rPr lang="en-US" dirty="0"/>
              <a:t>Add Title </a:t>
            </a:r>
          </a:p>
        </p:txBody>
      </p:sp>
      <p:sp>
        <p:nvSpPr>
          <p:cNvPr id="10" name="Text Placeholder 9">
            <a:extLst>
              <a:ext uri="{FF2B5EF4-FFF2-40B4-BE49-F238E27FC236}">
                <a16:creationId xmlns:a16="http://schemas.microsoft.com/office/drawing/2014/main" id="{0B04BD1D-781E-E27B-949C-49484EB07480}"/>
              </a:ext>
            </a:extLst>
          </p:cNvPr>
          <p:cNvSpPr>
            <a:spLocks noGrp="1"/>
          </p:cNvSpPr>
          <p:nvPr>
            <p:ph type="body" sz="quarter" idx="13" hasCustomPrompt="1"/>
          </p:nvPr>
        </p:nvSpPr>
        <p:spPr>
          <a:xfrm>
            <a:off x="767865" y="1665516"/>
            <a:ext cx="2492882" cy="3506871"/>
          </a:xfrm>
        </p:spPr>
        <p:txBody>
          <a:bodyPr>
            <a:normAutofit/>
          </a:bodyPr>
          <a:lstStyle>
            <a:lvl1pPr marL="0" indent="0">
              <a:lnSpc>
                <a:spcPct val="150000"/>
              </a:lnSpc>
              <a:buNone/>
              <a:defRPr sz="1600"/>
            </a:lvl1pPr>
            <a:lvl2pPr marL="457200" indent="0">
              <a:buNone/>
              <a:defRPr/>
            </a:lvl2pPr>
            <a:lvl3pPr marL="914400" indent="0">
              <a:buNone/>
              <a:defRPr/>
            </a:lvl3pPr>
            <a:lvl4pPr marL="1371600" indent="0">
              <a:buNone/>
              <a:defRPr/>
            </a:lvl4pPr>
            <a:lvl5pPr marL="1828800" indent="0">
              <a:buNone/>
              <a:defRPr/>
            </a:lvl5pPr>
          </a:lstStyle>
          <a:p>
            <a:pPr lvl="0"/>
            <a:r>
              <a:rPr lang="en-US" dirty="0"/>
              <a:t>Add text here</a:t>
            </a:r>
          </a:p>
        </p:txBody>
      </p:sp>
      <p:cxnSp>
        <p:nvCxnSpPr>
          <p:cNvPr id="13" name="Straight Connector 12">
            <a:extLst>
              <a:ext uri="{FF2B5EF4-FFF2-40B4-BE49-F238E27FC236}">
                <a16:creationId xmlns:a16="http://schemas.microsoft.com/office/drawing/2014/main" id="{CE266693-B86C-0A7F-4122-5AFA5028696B}"/>
              </a:ext>
              <a:ext uri="{C183D7F6-B498-43B3-948B-1728B52AA6E4}">
                <adec:decorative xmlns:adec="http://schemas.microsoft.com/office/drawing/2017/decorative" val="1"/>
              </a:ext>
            </a:extLst>
          </p:cNvPr>
          <p:cNvCxnSpPr>
            <a:cxnSpLocks/>
          </p:cNvCxnSpPr>
          <p:nvPr userDrawn="1"/>
        </p:nvCxnSpPr>
        <p:spPr>
          <a:xfrm flipH="1">
            <a:off x="853219" y="1370880"/>
            <a:ext cx="1253208" cy="0"/>
          </a:xfrm>
          <a:prstGeom prst="line">
            <a:avLst/>
          </a:prstGeom>
          <a:ln w="76200">
            <a:solidFill>
              <a:schemeClr val="accent2">
                <a:alpha val="50000"/>
              </a:schemeClr>
            </a:solidFill>
          </a:ln>
        </p:spPr>
        <p:style>
          <a:lnRef idx="1">
            <a:schemeClr val="accent1"/>
          </a:lnRef>
          <a:fillRef idx="0">
            <a:schemeClr val="accent1"/>
          </a:fillRef>
          <a:effectRef idx="0">
            <a:schemeClr val="accent1"/>
          </a:effectRef>
          <a:fontRef idx="minor">
            <a:schemeClr val="tx1"/>
          </a:fontRef>
        </p:style>
      </p:cxnSp>
      <p:sp>
        <p:nvSpPr>
          <p:cNvPr id="12" name="Text Placeholder 11">
            <a:extLst>
              <a:ext uri="{FF2B5EF4-FFF2-40B4-BE49-F238E27FC236}">
                <a16:creationId xmlns:a16="http://schemas.microsoft.com/office/drawing/2014/main" id="{678FDCB9-AEA4-F924-769F-D7879C1F8D83}"/>
              </a:ext>
            </a:extLst>
          </p:cNvPr>
          <p:cNvSpPr>
            <a:spLocks noGrp="1"/>
          </p:cNvSpPr>
          <p:nvPr>
            <p:ph type="body" sz="quarter" idx="17" hasCustomPrompt="1"/>
          </p:nvPr>
        </p:nvSpPr>
        <p:spPr>
          <a:xfrm>
            <a:off x="4922978" y="1532515"/>
            <a:ext cx="777240" cy="777240"/>
          </a:xfrm>
          <a:prstGeom prst="ellipse">
            <a:avLst/>
          </a:prstGeom>
          <a:solidFill>
            <a:schemeClr val="tx1"/>
          </a:solidFill>
        </p:spPr>
        <p:txBody>
          <a:bodyPr lIns="0" tIns="0" rIns="0" bIns="91440" anchor="ctr">
            <a:normAutofit/>
          </a:bodyPr>
          <a:lstStyle>
            <a:lvl1pPr marL="0" indent="0" algn="ctr">
              <a:lnSpc>
                <a:spcPct val="90000"/>
              </a:lnSpc>
              <a:spcBef>
                <a:spcPts val="0"/>
              </a:spcBef>
              <a:buNone/>
              <a:defRPr sz="3200">
                <a:solidFill>
                  <a:schemeClr val="bg1"/>
                </a:solidFill>
              </a:defRPr>
            </a:lvl1pPr>
          </a:lstStyle>
          <a:p>
            <a:pPr lvl="0"/>
            <a:r>
              <a:rPr lang="en-US" dirty="0"/>
              <a:t>#</a:t>
            </a:r>
          </a:p>
        </p:txBody>
      </p:sp>
      <p:sp>
        <p:nvSpPr>
          <p:cNvPr id="5" name="Text Placeholder 9">
            <a:extLst>
              <a:ext uri="{FF2B5EF4-FFF2-40B4-BE49-F238E27FC236}">
                <a16:creationId xmlns:a16="http://schemas.microsoft.com/office/drawing/2014/main" id="{1F1B55E6-D30C-94A2-74A3-7753E4C42B8D}"/>
              </a:ext>
            </a:extLst>
          </p:cNvPr>
          <p:cNvSpPr>
            <a:spLocks noGrp="1"/>
          </p:cNvSpPr>
          <p:nvPr>
            <p:ph type="body" sz="quarter" idx="14" hasCustomPrompt="1"/>
          </p:nvPr>
        </p:nvSpPr>
        <p:spPr>
          <a:xfrm>
            <a:off x="6171376" y="1355087"/>
            <a:ext cx="5052635" cy="1132097"/>
          </a:xfrm>
        </p:spPr>
        <p:txBody>
          <a:bodyPr anchor="t">
            <a:normAutofit/>
          </a:bodyPr>
          <a:lstStyle>
            <a:lvl1pPr marL="0" indent="0">
              <a:lnSpc>
                <a:spcPct val="150000"/>
              </a:lnSpc>
              <a:buNone/>
              <a:defRPr sz="24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Add text here</a:t>
            </a:r>
          </a:p>
        </p:txBody>
      </p:sp>
      <p:sp>
        <p:nvSpPr>
          <p:cNvPr id="14" name="Text Placeholder 11">
            <a:extLst>
              <a:ext uri="{FF2B5EF4-FFF2-40B4-BE49-F238E27FC236}">
                <a16:creationId xmlns:a16="http://schemas.microsoft.com/office/drawing/2014/main" id="{CF472EDF-4FA4-A513-0E98-D822B8C958C9}"/>
              </a:ext>
            </a:extLst>
          </p:cNvPr>
          <p:cNvSpPr>
            <a:spLocks noGrp="1"/>
          </p:cNvSpPr>
          <p:nvPr>
            <p:ph type="body" sz="quarter" idx="18" hasCustomPrompt="1"/>
          </p:nvPr>
        </p:nvSpPr>
        <p:spPr>
          <a:xfrm>
            <a:off x="4922978" y="3030332"/>
            <a:ext cx="777240" cy="777240"/>
          </a:xfrm>
          <a:prstGeom prst="ellipse">
            <a:avLst/>
          </a:prstGeom>
          <a:solidFill>
            <a:schemeClr val="tx1"/>
          </a:solidFill>
        </p:spPr>
        <p:txBody>
          <a:bodyPr lIns="0" tIns="0" rIns="0" bIns="91440" anchor="ctr">
            <a:normAutofit/>
          </a:bodyPr>
          <a:lstStyle>
            <a:lvl1pPr marL="0" indent="0" algn="ctr">
              <a:lnSpc>
                <a:spcPct val="90000"/>
              </a:lnSpc>
              <a:spcBef>
                <a:spcPts val="0"/>
              </a:spcBef>
              <a:buNone/>
              <a:defRPr sz="3200">
                <a:solidFill>
                  <a:schemeClr val="bg1"/>
                </a:solidFill>
              </a:defRPr>
            </a:lvl1pPr>
          </a:lstStyle>
          <a:p>
            <a:pPr lvl="0"/>
            <a:r>
              <a:rPr lang="en-US" dirty="0"/>
              <a:t>#</a:t>
            </a:r>
          </a:p>
        </p:txBody>
      </p:sp>
      <p:sp>
        <p:nvSpPr>
          <p:cNvPr id="6" name="Text Placeholder 9">
            <a:extLst>
              <a:ext uri="{FF2B5EF4-FFF2-40B4-BE49-F238E27FC236}">
                <a16:creationId xmlns:a16="http://schemas.microsoft.com/office/drawing/2014/main" id="{21466440-7F75-D2E2-E6A5-0B6934E0C49B}"/>
              </a:ext>
            </a:extLst>
          </p:cNvPr>
          <p:cNvSpPr>
            <a:spLocks noGrp="1"/>
          </p:cNvSpPr>
          <p:nvPr>
            <p:ph type="body" sz="quarter" idx="15" hasCustomPrompt="1"/>
          </p:nvPr>
        </p:nvSpPr>
        <p:spPr>
          <a:xfrm>
            <a:off x="6171375" y="2852903"/>
            <a:ext cx="5052635" cy="1132097"/>
          </a:xfrm>
        </p:spPr>
        <p:txBody>
          <a:bodyPr anchor="t">
            <a:normAutofit/>
          </a:bodyPr>
          <a:lstStyle>
            <a:lvl1pPr marL="0" indent="0">
              <a:lnSpc>
                <a:spcPct val="150000"/>
              </a:lnSpc>
              <a:buNone/>
              <a:defRPr sz="24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Add text here</a:t>
            </a:r>
          </a:p>
        </p:txBody>
      </p:sp>
      <p:sp>
        <p:nvSpPr>
          <p:cNvPr id="15" name="Text Placeholder 11">
            <a:extLst>
              <a:ext uri="{FF2B5EF4-FFF2-40B4-BE49-F238E27FC236}">
                <a16:creationId xmlns:a16="http://schemas.microsoft.com/office/drawing/2014/main" id="{E67C585A-7EB8-F39C-0B1A-47CB38C47171}"/>
              </a:ext>
            </a:extLst>
          </p:cNvPr>
          <p:cNvSpPr>
            <a:spLocks noGrp="1"/>
          </p:cNvSpPr>
          <p:nvPr>
            <p:ph type="body" sz="quarter" idx="19" hasCustomPrompt="1"/>
          </p:nvPr>
        </p:nvSpPr>
        <p:spPr>
          <a:xfrm>
            <a:off x="4922978" y="4528149"/>
            <a:ext cx="777240" cy="777240"/>
          </a:xfrm>
          <a:prstGeom prst="ellipse">
            <a:avLst/>
          </a:prstGeom>
          <a:solidFill>
            <a:schemeClr val="tx1"/>
          </a:solidFill>
        </p:spPr>
        <p:txBody>
          <a:bodyPr lIns="0" tIns="0" rIns="0" bIns="91440" anchor="ctr">
            <a:normAutofit/>
          </a:bodyPr>
          <a:lstStyle>
            <a:lvl1pPr marL="0" indent="0" algn="ctr">
              <a:lnSpc>
                <a:spcPct val="90000"/>
              </a:lnSpc>
              <a:spcBef>
                <a:spcPts val="0"/>
              </a:spcBef>
              <a:buNone/>
              <a:defRPr sz="3200">
                <a:solidFill>
                  <a:schemeClr val="bg1"/>
                </a:solidFill>
              </a:defRPr>
            </a:lvl1pPr>
          </a:lstStyle>
          <a:p>
            <a:pPr lvl="0"/>
            <a:r>
              <a:rPr lang="en-US" dirty="0"/>
              <a:t>#</a:t>
            </a:r>
          </a:p>
        </p:txBody>
      </p:sp>
      <p:sp>
        <p:nvSpPr>
          <p:cNvPr id="9" name="Text Placeholder 9">
            <a:extLst>
              <a:ext uri="{FF2B5EF4-FFF2-40B4-BE49-F238E27FC236}">
                <a16:creationId xmlns:a16="http://schemas.microsoft.com/office/drawing/2014/main" id="{8F912DBC-B36A-7029-667C-F8439553300D}"/>
              </a:ext>
            </a:extLst>
          </p:cNvPr>
          <p:cNvSpPr>
            <a:spLocks noGrp="1"/>
          </p:cNvSpPr>
          <p:nvPr>
            <p:ph type="body" sz="quarter" idx="16" hasCustomPrompt="1"/>
          </p:nvPr>
        </p:nvSpPr>
        <p:spPr>
          <a:xfrm>
            <a:off x="6171375" y="4350721"/>
            <a:ext cx="5052635" cy="1132097"/>
          </a:xfrm>
        </p:spPr>
        <p:txBody>
          <a:bodyPr anchor="t">
            <a:normAutofit/>
          </a:bodyPr>
          <a:lstStyle>
            <a:lvl1pPr marL="0" indent="0">
              <a:lnSpc>
                <a:spcPct val="150000"/>
              </a:lnSpc>
              <a:buNone/>
              <a:defRPr sz="24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Add text here</a:t>
            </a:r>
          </a:p>
        </p:txBody>
      </p:sp>
      <p:sp>
        <p:nvSpPr>
          <p:cNvPr id="7" name="Footer Placeholder 4">
            <a:extLst>
              <a:ext uri="{FF2B5EF4-FFF2-40B4-BE49-F238E27FC236}">
                <a16:creationId xmlns:a16="http://schemas.microsoft.com/office/drawing/2014/main" id="{CC2AD9E8-14E8-2D94-11D7-64806DB72E56}"/>
              </a:ext>
            </a:extLst>
          </p:cNvPr>
          <p:cNvSpPr>
            <a:spLocks noGrp="1"/>
          </p:cNvSpPr>
          <p:nvPr>
            <p:ph type="ftr" sz="quarter" idx="11"/>
          </p:nvPr>
        </p:nvSpPr>
        <p:spPr>
          <a:xfrm>
            <a:off x="767865" y="6183501"/>
            <a:ext cx="3161040" cy="365125"/>
          </a:xfrm>
        </p:spPr>
        <p:txBody>
          <a:bodyPr/>
          <a:lstStyle>
            <a:lvl1pPr algn="l">
              <a:defRPr sz="1000" cap="all" baseline="0"/>
            </a:lvl1pPr>
          </a:lstStyle>
          <a:p>
            <a:r>
              <a:rPr lang="en-US" dirty="0"/>
              <a:t>Add footer here</a:t>
            </a:r>
          </a:p>
        </p:txBody>
      </p:sp>
      <p:sp>
        <p:nvSpPr>
          <p:cNvPr id="8" name="Slide Number Placeholder 5">
            <a:extLst>
              <a:ext uri="{FF2B5EF4-FFF2-40B4-BE49-F238E27FC236}">
                <a16:creationId xmlns:a16="http://schemas.microsoft.com/office/drawing/2014/main" id="{6A722167-2F12-D034-503E-17517FE09CED}"/>
              </a:ext>
            </a:extLst>
          </p:cNvPr>
          <p:cNvSpPr>
            <a:spLocks noGrp="1"/>
          </p:cNvSpPr>
          <p:nvPr>
            <p:ph type="sldNum" sz="quarter" idx="12"/>
          </p:nvPr>
        </p:nvSpPr>
        <p:spPr>
          <a:xfrm>
            <a:off x="8767469" y="6183501"/>
            <a:ext cx="2593316" cy="365125"/>
          </a:xfrm>
        </p:spPr>
        <p:txBody>
          <a:bodyPr lIns="0" tIns="0" rIns="0"/>
          <a:lstStyle>
            <a:lvl1pPr>
              <a:defRPr sz="1000" cap="all" baseline="0">
                <a:solidFill>
                  <a:schemeClr val="tx1"/>
                </a:solidFill>
              </a:defRPr>
            </a:lvl1pPr>
          </a:lstStyle>
          <a:p>
            <a:r>
              <a:rPr lang="en-US" dirty="0"/>
              <a:t>Page 0</a:t>
            </a:r>
            <a:fld id="{F4D6F5BC-20F0-430F-85EA-3DE30F119EFB}" type="slidenum">
              <a:rPr lang="en-US" smtClean="0"/>
              <a:pPr/>
              <a:t>‹#›</a:t>
            </a:fld>
            <a:endParaRPr lang="en-US" dirty="0"/>
          </a:p>
        </p:txBody>
      </p:sp>
    </p:spTree>
    <p:extLst>
      <p:ext uri="{BB962C8B-B14F-4D97-AF65-F5344CB8AC3E}">
        <p14:creationId xmlns:p14="http://schemas.microsoft.com/office/powerpoint/2010/main" val="3540235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C8873926-7B78-3D8B-7329-EF50EAE68417}"/>
              </a:ext>
              <a:ext uri="{C183D7F6-B498-43B3-948B-1728B52AA6E4}">
                <adec:decorative xmlns:adec="http://schemas.microsoft.com/office/drawing/2017/decorative" val="1"/>
              </a:ext>
            </a:extLst>
          </p:cNvPr>
          <p:cNvGrpSpPr/>
          <p:nvPr userDrawn="1"/>
        </p:nvGrpSpPr>
        <p:grpSpPr>
          <a:xfrm>
            <a:off x="4152471" y="983016"/>
            <a:ext cx="7176252" cy="4806702"/>
            <a:chOff x="3843454" y="907788"/>
            <a:chExt cx="7789936" cy="5217752"/>
          </a:xfrm>
        </p:grpSpPr>
        <p:sp>
          <p:nvSpPr>
            <p:cNvPr id="16" name="Oval 15">
              <a:extLst>
                <a:ext uri="{FF2B5EF4-FFF2-40B4-BE49-F238E27FC236}">
                  <a16:creationId xmlns:a16="http://schemas.microsoft.com/office/drawing/2014/main" id="{E4085623-B323-15BB-984D-DDE69D4B9587}"/>
                </a:ext>
              </a:extLst>
            </p:cNvPr>
            <p:cNvSpPr/>
            <p:nvPr/>
          </p:nvSpPr>
          <p:spPr>
            <a:xfrm>
              <a:off x="3843454" y="3122988"/>
              <a:ext cx="3002552" cy="3002552"/>
            </a:xfrm>
            <a:prstGeom prst="ellipse">
              <a:avLst/>
            </a:prstGeom>
            <a:solidFill>
              <a:schemeClr val="accent2">
                <a:alpha val="5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orbel" panose="020B0503020204020204" pitchFamily="34" charset="0"/>
              </a:endParaRPr>
            </a:p>
          </p:txBody>
        </p:sp>
        <p:sp>
          <p:nvSpPr>
            <p:cNvPr id="17" name="Oval 16">
              <a:extLst>
                <a:ext uri="{FF2B5EF4-FFF2-40B4-BE49-F238E27FC236}">
                  <a16:creationId xmlns:a16="http://schemas.microsoft.com/office/drawing/2014/main" id="{B6C7E221-8D2B-CBFC-68D6-839D5E0657F8}"/>
                </a:ext>
              </a:extLst>
            </p:cNvPr>
            <p:cNvSpPr/>
            <p:nvPr/>
          </p:nvSpPr>
          <p:spPr>
            <a:xfrm>
              <a:off x="8630838" y="907788"/>
              <a:ext cx="3002552" cy="3002552"/>
            </a:xfrm>
            <a:prstGeom prst="ellipse">
              <a:avLst/>
            </a:prstGeom>
            <a:solidFill>
              <a:schemeClr val="accent2">
                <a:alpha val="5019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orbel" panose="020B0503020204020204" pitchFamily="34" charset="0"/>
              </a:endParaRPr>
            </a:p>
          </p:txBody>
        </p:sp>
        <p:sp>
          <p:nvSpPr>
            <p:cNvPr id="18" name="Oval 17">
              <a:extLst>
                <a:ext uri="{FF2B5EF4-FFF2-40B4-BE49-F238E27FC236}">
                  <a16:creationId xmlns:a16="http://schemas.microsoft.com/office/drawing/2014/main" id="{775363E9-2831-22C4-5953-A85CCD374559}"/>
                </a:ext>
              </a:extLst>
            </p:cNvPr>
            <p:cNvSpPr/>
            <p:nvPr/>
          </p:nvSpPr>
          <p:spPr>
            <a:xfrm>
              <a:off x="6431113" y="2040522"/>
              <a:ext cx="2786092" cy="278609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orbel" panose="020B0503020204020204" pitchFamily="34" charset="0"/>
              </a:endParaRPr>
            </a:p>
          </p:txBody>
        </p:sp>
        <p:sp>
          <p:nvSpPr>
            <p:cNvPr id="23" name="Oval 22">
              <a:extLst>
                <a:ext uri="{FF2B5EF4-FFF2-40B4-BE49-F238E27FC236}">
                  <a16:creationId xmlns:a16="http://schemas.microsoft.com/office/drawing/2014/main" id="{2D9BC358-DA62-078E-A1CA-3210A4B84823}"/>
                </a:ext>
              </a:extLst>
            </p:cNvPr>
            <p:cNvSpPr/>
            <p:nvPr/>
          </p:nvSpPr>
          <p:spPr>
            <a:xfrm>
              <a:off x="6214653" y="1838034"/>
              <a:ext cx="3201728" cy="3201728"/>
            </a:xfrm>
            <a:prstGeom prst="ellipse">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orbel" panose="020B0503020204020204" pitchFamily="34" charset="0"/>
              </a:endParaRPr>
            </a:p>
          </p:txBody>
        </p:sp>
      </p:grpSp>
      <p:sp>
        <p:nvSpPr>
          <p:cNvPr id="2" name="Title 1">
            <a:extLst>
              <a:ext uri="{FF2B5EF4-FFF2-40B4-BE49-F238E27FC236}">
                <a16:creationId xmlns:a16="http://schemas.microsoft.com/office/drawing/2014/main" id="{9CFEF6AE-149E-CEA7-AE00-D115EB23463B}"/>
              </a:ext>
            </a:extLst>
          </p:cNvPr>
          <p:cNvSpPr>
            <a:spLocks noGrp="1"/>
          </p:cNvSpPr>
          <p:nvPr>
            <p:ph type="ctrTitle" hasCustomPrompt="1"/>
          </p:nvPr>
        </p:nvSpPr>
        <p:spPr>
          <a:xfrm>
            <a:off x="767865" y="440766"/>
            <a:ext cx="10506386" cy="586583"/>
          </a:xfrm>
        </p:spPr>
        <p:txBody>
          <a:bodyPr anchor="b">
            <a:normAutofit/>
          </a:bodyPr>
          <a:lstStyle>
            <a:lvl1pPr algn="l">
              <a:lnSpc>
                <a:spcPct val="75000"/>
              </a:lnSpc>
              <a:defRPr sz="3200" b="1" cap="all" baseline="0"/>
            </a:lvl1pPr>
          </a:lstStyle>
          <a:p>
            <a:r>
              <a:rPr lang="en-US" dirty="0"/>
              <a:t>Add Title </a:t>
            </a:r>
          </a:p>
        </p:txBody>
      </p:sp>
      <p:cxnSp>
        <p:nvCxnSpPr>
          <p:cNvPr id="13" name="Straight Connector 12">
            <a:extLst>
              <a:ext uri="{FF2B5EF4-FFF2-40B4-BE49-F238E27FC236}">
                <a16:creationId xmlns:a16="http://schemas.microsoft.com/office/drawing/2014/main" id="{CE266693-B86C-0A7F-4122-5AFA5028696B}"/>
              </a:ext>
              <a:ext uri="{C183D7F6-B498-43B3-948B-1728B52AA6E4}">
                <adec:decorative xmlns:adec="http://schemas.microsoft.com/office/drawing/2017/decorative" val="1"/>
              </a:ext>
            </a:extLst>
          </p:cNvPr>
          <p:cNvCxnSpPr>
            <a:cxnSpLocks/>
          </p:cNvCxnSpPr>
          <p:nvPr userDrawn="1"/>
        </p:nvCxnSpPr>
        <p:spPr>
          <a:xfrm flipH="1">
            <a:off x="853219" y="1370880"/>
            <a:ext cx="1253208" cy="0"/>
          </a:xfrm>
          <a:prstGeom prst="line">
            <a:avLst/>
          </a:prstGeom>
          <a:ln w="76200">
            <a:solidFill>
              <a:schemeClr val="accent2">
                <a:alpha val="50000"/>
              </a:schemeClr>
            </a:solidFill>
          </a:ln>
        </p:spPr>
        <p:style>
          <a:lnRef idx="1">
            <a:schemeClr val="accent1"/>
          </a:lnRef>
          <a:fillRef idx="0">
            <a:schemeClr val="accent1"/>
          </a:fillRef>
          <a:effectRef idx="0">
            <a:schemeClr val="accent1"/>
          </a:effectRef>
          <a:fontRef idx="minor">
            <a:schemeClr val="tx1"/>
          </a:fontRef>
        </p:style>
      </p:cxnSp>
      <p:sp>
        <p:nvSpPr>
          <p:cNvPr id="5" name="Text Placeholder 9">
            <a:extLst>
              <a:ext uri="{FF2B5EF4-FFF2-40B4-BE49-F238E27FC236}">
                <a16:creationId xmlns:a16="http://schemas.microsoft.com/office/drawing/2014/main" id="{37AB175B-864E-BA0F-E983-C33054BB0D7A}"/>
              </a:ext>
            </a:extLst>
          </p:cNvPr>
          <p:cNvSpPr>
            <a:spLocks noGrp="1"/>
          </p:cNvSpPr>
          <p:nvPr>
            <p:ph type="body" sz="quarter" idx="14" hasCustomPrompt="1"/>
          </p:nvPr>
        </p:nvSpPr>
        <p:spPr>
          <a:xfrm>
            <a:off x="767865" y="1665516"/>
            <a:ext cx="2492882" cy="3506871"/>
          </a:xfrm>
        </p:spPr>
        <p:txBody>
          <a:bodyPr>
            <a:normAutofit/>
          </a:bodyPr>
          <a:lstStyle>
            <a:lvl1pPr marL="0" indent="0">
              <a:lnSpc>
                <a:spcPct val="150000"/>
              </a:lnSpc>
              <a:buNone/>
              <a:defRPr sz="1600"/>
            </a:lvl1pPr>
            <a:lvl2pPr marL="457200" indent="0">
              <a:buNone/>
              <a:defRPr/>
            </a:lvl2pPr>
            <a:lvl3pPr marL="914400" indent="0">
              <a:buNone/>
              <a:defRPr/>
            </a:lvl3pPr>
            <a:lvl4pPr marL="1371600" indent="0">
              <a:buNone/>
              <a:defRPr/>
            </a:lvl4pPr>
            <a:lvl5pPr marL="1828800" indent="0">
              <a:buNone/>
              <a:defRPr/>
            </a:lvl5pPr>
          </a:lstStyle>
          <a:p>
            <a:pPr lvl="0"/>
            <a:r>
              <a:rPr lang="en-US" dirty="0"/>
              <a:t>Add text here</a:t>
            </a:r>
          </a:p>
        </p:txBody>
      </p:sp>
      <p:sp>
        <p:nvSpPr>
          <p:cNvPr id="10" name="Text Placeholder 9">
            <a:extLst>
              <a:ext uri="{FF2B5EF4-FFF2-40B4-BE49-F238E27FC236}">
                <a16:creationId xmlns:a16="http://schemas.microsoft.com/office/drawing/2014/main" id="{0B04BD1D-781E-E27B-949C-49484EB07480}"/>
              </a:ext>
            </a:extLst>
          </p:cNvPr>
          <p:cNvSpPr>
            <a:spLocks noGrp="1"/>
          </p:cNvSpPr>
          <p:nvPr>
            <p:ph type="body" sz="quarter" idx="13" hasCustomPrompt="1"/>
          </p:nvPr>
        </p:nvSpPr>
        <p:spPr>
          <a:xfrm>
            <a:off x="4445561" y="3838475"/>
            <a:ext cx="2146157" cy="984735"/>
          </a:xfrm>
        </p:spPr>
        <p:txBody>
          <a:bodyPr>
            <a:normAutofit/>
          </a:bodyPr>
          <a:lstStyle>
            <a:lvl1pPr marL="0" indent="0" algn="ctr">
              <a:lnSpc>
                <a:spcPct val="100000"/>
              </a:lnSpc>
              <a:buNone/>
              <a:defRPr sz="2400" b="1"/>
            </a:lvl1pPr>
            <a:lvl2pPr marL="457200" indent="0">
              <a:buNone/>
              <a:defRPr/>
            </a:lvl2pPr>
            <a:lvl3pPr marL="914400" indent="0">
              <a:buNone/>
              <a:defRPr/>
            </a:lvl3pPr>
            <a:lvl4pPr marL="1371600" indent="0">
              <a:buNone/>
              <a:defRPr/>
            </a:lvl4pPr>
            <a:lvl5pPr marL="1828800" indent="0">
              <a:buNone/>
              <a:defRPr/>
            </a:lvl5pPr>
          </a:lstStyle>
          <a:p>
            <a:pPr lvl="0"/>
            <a:r>
              <a:rPr lang="en-US" dirty="0"/>
              <a:t>Add text here</a:t>
            </a:r>
          </a:p>
        </p:txBody>
      </p:sp>
      <p:sp>
        <p:nvSpPr>
          <p:cNvPr id="11" name="Text Placeholder 9">
            <a:extLst>
              <a:ext uri="{FF2B5EF4-FFF2-40B4-BE49-F238E27FC236}">
                <a16:creationId xmlns:a16="http://schemas.microsoft.com/office/drawing/2014/main" id="{FDE2C736-388B-9EFD-81DA-A15F750F9538}"/>
              </a:ext>
            </a:extLst>
          </p:cNvPr>
          <p:cNvSpPr>
            <a:spLocks noGrp="1"/>
          </p:cNvSpPr>
          <p:nvPr>
            <p:ph type="body" sz="quarter" idx="17" hasCustomPrompt="1"/>
          </p:nvPr>
        </p:nvSpPr>
        <p:spPr>
          <a:xfrm>
            <a:off x="4445561" y="4857546"/>
            <a:ext cx="2146157" cy="314841"/>
          </a:xfrm>
        </p:spPr>
        <p:txBody>
          <a:bodyPr>
            <a:normAutofit/>
          </a:bodyPr>
          <a:lstStyle>
            <a:lvl1pPr marL="0" indent="0" algn="ctr">
              <a:lnSpc>
                <a:spcPct val="100000"/>
              </a:lnSpc>
              <a:buNone/>
              <a:defRPr sz="1600" b="0"/>
            </a:lvl1pPr>
            <a:lvl2pPr marL="457200" indent="0">
              <a:buNone/>
              <a:defRPr/>
            </a:lvl2pPr>
            <a:lvl3pPr marL="914400" indent="0">
              <a:buNone/>
              <a:defRPr/>
            </a:lvl3pPr>
            <a:lvl4pPr marL="1371600" indent="0">
              <a:buNone/>
              <a:defRPr/>
            </a:lvl4pPr>
            <a:lvl5pPr marL="1828800" indent="0">
              <a:buNone/>
              <a:defRPr/>
            </a:lvl5pPr>
          </a:lstStyle>
          <a:p>
            <a:pPr lvl="0"/>
            <a:r>
              <a:rPr lang="en-US" dirty="0"/>
              <a:t>Add text here</a:t>
            </a:r>
          </a:p>
        </p:txBody>
      </p:sp>
      <p:sp>
        <p:nvSpPr>
          <p:cNvPr id="9" name="Text Placeholder 9">
            <a:extLst>
              <a:ext uri="{FF2B5EF4-FFF2-40B4-BE49-F238E27FC236}">
                <a16:creationId xmlns:a16="http://schemas.microsoft.com/office/drawing/2014/main" id="{F2E321BD-9A11-AE29-8459-9C200AF79776}"/>
              </a:ext>
            </a:extLst>
          </p:cNvPr>
          <p:cNvSpPr>
            <a:spLocks noGrp="1"/>
          </p:cNvSpPr>
          <p:nvPr>
            <p:ph type="body" sz="quarter" idx="16" hasCustomPrompt="1"/>
          </p:nvPr>
        </p:nvSpPr>
        <p:spPr>
          <a:xfrm>
            <a:off x="6833442" y="2753783"/>
            <a:ext cx="1984267" cy="948574"/>
          </a:xfrm>
        </p:spPr>
        <p:txBody>
          <a:bodyPr>
            <a:normAutofit/>
          </a:bodyPr>
          <a:lstStyle>
            <a:lvl1pPr marL="0" indent="0" algn="ctr">
              <a:lnSpc>
                <a:spcPct val="100000"/>
              </a:lnSpc>
              <a:buNone/>
              <a:defRPr sz="2400" b="1">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Add text here</a:t>
            </a:r>
          </a:p>
        </p:txBody>
      </p:sp>
      <p:sp>
        <p:nvSpPr>
          <p:cNvPr id="12" name="Text Placeholder 9">
            <a:extLst>
              <a:ext uri="{FF2B5EF4-FFF2-40B4-BE49-F238E27FC236}">
                <a16:creationId xmlns:a16="http://schemas.microsoft.com/office/drawing/2014/main" id="{86DD92F1-24D0-50C9-4AB7-DC84EC5DEA9A}"/>
              </a:ext>
            </a:extLst>
          </p:cNvPr>
          <p:cNvSpPr>
            <a:spLocks noGrp="1"/>
          </p:cNvSpPr>
          <p:nvPr>
            <p:ph type="body" sz="quarter" idx="18" hasCustomPrompt="1"/>
          </p:nvPr>
        </p:nvSpPr>
        <p:spPr>
          <a:xfrm>
            <a:off x="6843490" y="3702356"/>
            <a:ext cx="1984267" cy="317712"/>
          </a:xfrm>
        </p:spPr>
        <p:txBody>
          <a:bodyPr>
            <a:normAutofit/>
          </a:bodyPr>
          <a:lstStyle>
            <a:lvl1pPr marL="0" indent="0" algn="ctr">
              <a:lnSpc>
                <a:spcPct val="100000"/>
              </a:lnSpc>
              <a:buNone/>
              <a:defRPr sz="1600" b="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Add text here</a:t>
            </a:r>
          </a:p>
        </p:txBody>
      </p:sp>
      <p:sp>
        <p:nvSpPr>
          <p:cNvPr id="6" name="Text Placeholder 9">
            <a:extLst>
              <a:ext uri="{FF2B5EF4-FFF2-40B4-BE49-F238E27FC236}">
                <a16:creationId xmlns:a16="http://schemas.microsoft.com/office/drawing/2014/main" id="{0EFE4CF5-A2F0-8B32-3770-9CAA8D022A63}"/>
              </a:ext>
            </a:extLst>
          </p:cNvPr>
          <p:cNvSpPr>
            <a:spLocks noGrp="1"/>
          </p:cNvSpPr>
          <p:nvPr>
            <p:ph type="body" sz="quarter" idx="15" hasCustomPrompt="1"/>
          </p:nvPr>
        </p:nvSpPr>
        <p:spPr>
          <a:xfrm>
            <a:off x="8971447" y="1712736"/>
            <a:ext cx="1984267" cy="896066"/>
          </a:xfrm>
        </p:spPr>
        <p:txBody>
          <a:bodyPr>
            <a:normAutofit/>
          </a:bodyPr>
          <a:lstStyle>
            <a:lvl1pPr marL="0" indent="0" algn="ctr">
              <a:lnSpc>
                <a:spcPct val="100000"/>
              </a:lnSpc>
              <a:buNone/>
              <a:defRPr sz="2400" b="1"/>
            </a:lvl1pPr>
            <a:lvl2pPr marL="457200" indent="0">
              <a:buNone/>
              <a:defRPr/>
            </a:lvl2pPr>
            <a:lvl3pPr marL="914400" indent="0">
              <a:buNone/>
              <a:defRPr/>
            </a:lvl3pPr>
            <a:lvl4pPr marL="1371600" indent="0">
              <a:buNone/>
              <a:defRPr/>
            </a:lvl4pPr>
            <a:lvl5pPr marL="1828800" indent="0">
              <a:buNone/>
              <a:defRPr/>
            </a:lvl5pPr>
          </a:lstStyle>
          <a:p>
            <a:pPr lvl="0"/>
            <a:r>
              <a:rPr lang="en-US" dirty="0"/>
              <a:t>Add text here</a:t>
            </a:r>
          </a:p>
        </p:txBody>
      </p:sp>
      <p:sp>
        <p:nvSpPr>
          <p:cNvPr id="14" name="Text Placeholder 9">
            <a:extLst>
              <a:ext uri="{FF2B5EF4-FFF2-40B4-BE49-F238E27FC236}">
                <a16:creationId xmlns:a16="http://schemas.microsoft.com/office/drawing/2014/main" id="{D79E692B-5B0D-1A20-90E6-6E364FBB4ED0}"/>
              </a:ext>
            </a:extLst>
          </p:cNvPr>
          <p:cNvSpPr>
            <a:spLocks noGrp="1"/>
          </p:cNvSpPr>
          <p:nvPr>
            <p:ph type="body" sz="quarter" idx="19" hasCustomPrompt="1"/>
          </p:nvPr>
        </p:nvSpPr>
        <p:spPr>
          <a:xfrm>
            <a:off x="8971447" y="2608801"/>
            <a:ext cx="1984267" cy="365125"/>
          </a:xfrm>
        </p:spPr>
        <p:txBody>
          <a:bodyPr>
            <a:normAutofit/>
          </a:bodyPr>
          <a:lstStyle>
            <a:lvl1pPr marL="0" indent="0" algn="ctr">
              <a:lnSpc>
                <a:spcPct val="100000"/>
              </a:lnSpc>
              <a:buNone/>
              <a:defRPr sz="1600" b="0"/>
            </a:lvl1pPr>
            <a:lvl2pPr marL="457200" indent="0">
              <a:buNone/>
              <a:defRPr/>
            </a:lvl2pPr>
            <a:lvl3pPr marL="914400" indent="0">
              <a:buNone/>
              <a:defRPr/>
            </a:lvl3pPr>
            <a:lvl4pPr marL="1371600" indent="0">
              <a:buNone/>
              <a:defRPr/>
            </a:lvl4pPr>
            <a:lvl5pPr marL="1828800" indent="0">
              <a:buNone/>
              <a:defRPr/>
            </a:lvl5pPr>
          </a:lstStyle>
          <a:p>
            <a:pPr lvl="0"/>
            <a:r>
              <a:rPr lang="en-US" dirty="0"/>
              <a:t>Add text here</a:t>
            </a:r>
          </a:p>
        </p:txBody>
      </p:sp>
      <p:sp>
        <p:nvSpPr>
          <p:cNvPr id="7" name="Footer Placeholder 4">
            <a:extLst>
              <a:ext uri="{FF2B5EF4-FFF2-40B4-BE49-F238E27FC236}">
                <a16:creationId xmlns:a16="http://schemas.microsoft.com/office/drawing/2014/main" id="{CC2AD9E8-14E8-2D94-11D7-64806DB72E56}"/>
              </a:ext>
            </a:extLst>
          </p:cNvPr>
          <p:cNvSpPr>
            <a:spLocks noGrp="1"/>
          </p:cNvSpPr>
          <p:nvPr>
            <p:ph type="ftr" sz="quarter" idx="11"/>
          </p:nvPr>
        </p:nvSpPr>
        <p:spPr>
          <a:xfrm>
            <a:off x="767865" y="6183501"/>
            <a:ext cx="3161040" cy="365125"/>
          </a:xfrm>
        </p:spPr>
        <p:txBody>
          <a:bodyPr/>
          <a:lstStyle>
            <a:lvl1pPr algn="l">
              <a:defRPr sz="1000" cap="all" baseline="0"/>
            </a:lvl1pPr>
          </a:lstStyle>
          <a:p>
            <a:r>
              <a:rPr lang="en-US" dirty="0"/>
              <a:t>Add footer here</a:t>
            </a:r>
          </a:p>
        </p:txBody>
      </p:sp>
      <p:sp>
        <p:nvSpPr>
          <p:cNvPr id="8" name="Slide Number Placeholder 5">
            <a:extLst>
              <a:ext uri="{FF2B5EF4-FFF2-40B4-BE49-F238E27FC236}">
                <a16:creationId xmlns:a16="http://schemas.microsoft.com/office/drawing/2014/main" id="{6A722167-2F12-D034-503E-17517FE09CED}"/>
              </a:ext>
            </a:extLst>
          </p:cNvPr>
          <p:cNvSpPr>
            <a:spLocks noGrp="1"/>
          </p:cNvSpPr>
          <p:nvPr>
            <p:ph type="sldNum" sz="quarter" idx="12"/>
          </p:nvPr>
        </p:nvSpPr>
        <p:spPr>
          <a:xfrm>
            <a:off x="8767469" y="6183501"/>
            <a:ext cx="2593316" cy="365125"/>
          </a:xfrm>
        </p:spPr>
        <p:txBody>
          <a:bodyPr lIns="0" tIns="0" rIns="0"/>
          <a:lstStyle>
            <a:lvl1pPr>
              <a:defRPr sz="1000" cap="all" baseline="0"/>
            </a:lvl1pPr>
          </a:lstStyle>
          <a:p>
            <a:r>
              <a:rPr lang="en-US" dirty="0"/>
              <a:t>Page 0</a:t>
            </a:r>
            <a:fld id="{F4D6F5BC-20F0-430F-85EA-3DE30F119EFB}" type="slidenum">
              <a:rPr lang="en-US" smtClean="0"/>
              <a:pPr/>
              <a:t>‹#›</a:t>
            </a:fld>
            <a:endParaRPr lang="en-US" dirty="0"/>
          </a:p>
        </p:txBody>
      </p:sp>
    </p:spTree>
    <p:extLst>
      <p:ext uri="{BB962C8B-B14F-4D97-AF65-F5344CB8AC3E}">
        <p14:creationId xmlns:p14="http://schemas.microsoft.com/office/powerpoint/2010/main" val="3139794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F2E5F8C-6D58-8F32-B51F-0C3D8A3488C8}"/>
              </a:ext>
              <a:ext uri="{C183D7F6-B498-43B3-948B-1728B52AA6E4}">
                <adec:decorative xmlns:adec="http://schemas.microsoft.com/office/drawing/2017/decorative" val="1"/>
              </a:ext>
            </a:extLst>
          </p:cNvPr>
          <p:cNvSpPr/>
          <p:nvPr userDrawn="1"/>
        </p:nvSpPr>
        <p:spPr>
          <a:xfrm>
            <a:off x="4253739" y="0"/>
            <a:ext cx="7938261" cy="6858000"/>
          </a:xfrm>
          <a:prstGeom prst="rect">
            <a:avLst/>
          </a:prstGeom>
          <a:solidFill>
            <a:srgbClr val="FFFFFF">
              <a:alpha val="8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CFEF6AE-149E-CEA7-AE00-D115EB23463B}"/>
              </a:ext>
            </a:extLst>
          </p:cNvPr>
          <p:cNvSpPr>
            <a:spLocks noGrp="1"/>
          </p:cNvSpPr>
          <p:nvPr>
            <p:ph type="ctrTitle" hasCustomPrompt="1"/>
          </p:nvPr>
        </p:nvSpPr>
        <p:spPr>
          <a:xfrm>
            <a:off x="757817" y="269182"/>
            <a:ext cx="3362008" cy="1196426"/>
          </a:xfrm>
        </p:spPr>
        <p:txBody>
          <a:bodyPr anchor="b">
            <a:normAutofit/>
          </a:bodyPr>
          <a:lstStyle>
            <a:lvl1pPr algn="l">
              <a:lnSpc>
                <a:spcPct val="90000"/>
              </a:lnSpc>
              <a:defRPr sz="3200" b="1" cap="all" baseline="0"/>
            </a:lvl1pPr>
          </a:lstStyle>
          <a:p>
            <a:r>
              <a:rPr lang="en-US" dirty="0"/>
              <a:t>Add Title here</a:t>
            </a:r>
          </a:p>
        </p:txBody>
      </p:sp>
      <p:sp>
        <p:nvSpPr>
          <p:cNvPr id="10" name="Text Placeholder 9">
            <a:extLst>
              <a:ext uri="{FF2B5EF4-FFF2-40B4-BE49-F238E27FC236}">
                <a16:creationId xmlns:a16="http://schemas.microsoft.com/office/drawing/2014/main" id="{0B04BD1D-781E-E27B-949C-49484EB07480}"/>
              </a:ext>
            </a:extLst>
          </p:cNvPr>
          <p:cNvSpPr>
            <a:spLocks noGrp="1"/>
          </p:cNvSpPr>
          <p:nvPr>
            <p:ph type="body" sz="quarter" idx="13" hasCustomPrompt="1"/>
          </p:nvPr>
        </p:nvSpPr>
        <p:spPr>
          <a:xfrm>
            <a:off x="757816" y="2100107"/>
            <a:ext cx="2899443" cy="3072280"/>
          </a:xfrm>
        </p:spPr>
        <p:txBody>
          <a:bodyPr>
            <a:normAutofit/>
          </a:bodyPr>
          <a:lstStyle>
            <a:lvl1pPr marL="0" indent="0">
              <a:lnSpc>
                <a:spcPct val="150000"/>
              </a:lnSpc>
              <a:buNone/>
              <a:defRPr sz="1600"/>
            </a:lvl1pPr>
            <a:lvl2pPr marL="457200" indent="0">
              <a:buNone/>
              <a:defRPr/>
            </a:lvl2pPr>
            <a:lvl3pPr marL="914400" indent="0">
              <a:buNone/>
              <a:defRPr/>
            </a:lvl3pPr>
            <a:lvl4pPr marL="1371600" indent="0">
              <a:buNone/>
              <a:defRPr/>
            </a:lvl4pPr>
            <a:lvl5pPr marL="1828800" indent="0">
              <a:buNone/>
              <a:defRPr/>
            </a:lvl5pPr>
          </a:lstStyle>
          <a:p>
            <a:pPr lvl="0"/>
            <a:r>
              <a:rPr lang="en-US" dirty="0"/>
              <a:t>Add text here</a:t>
            </a:r>
          </a:p>
        </p:txBody>
      </p:sp>
      <p:cxnSp>
        <p:nvCxnSpPr>
          <p:cNvPr id="13" name="Straight Connector 12">
            <a:extLst>
              <a:ext uri="{FF2B5EF4-FFF2-40B4-BE49-F238E27FC236}">
                <a16:creationId xmlns:a16="http://schemas.microsoft.com/office/drawing/2014/main" id="{CE266693-B86C-0A7F-4122-5AFA5028696B}"/>
              </a:ext>
              <a:ext uri="{C183D7F6-B498-43B3-948B-1728B52AA6E4}">
                <adec:decorative xmlns:adec="http://schemas.microsoft.com/office/drawing/2017/decorative" val="1"/>
              </a:ext>
            </a:extLst>
          </p:cNvPr>
          <p:cNvCxnSpPr>
            <a:cxnSpLocks/>
          </p:cNvCxnSpPr>
          <p:nvPr userDrawn="1"/>
        </p:nvCxnSpPr>
        <p:spPr>
          <a:xfrm flipH="1">
            <a:off x="853219" y="1802953"/>
            <a:ext cx="1253208" cy="0"/>
          </a:xfrm>
          <a:prstGeom prst="line">
            <a:avLst/>
          </a:prstGeom>
          <a:ln w="76200">
            <a:solidFill>
              <a:schemeClr val="accent2">
                <a:alpha val="50000"/>
              </a:schemeClr>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BB38A35A-0479-9C12-5A6F-E459151CA6F7}"/>
              </a:ext>
              <a:ext uri="{C183D7F6-B498-43B3-948B-1728B52AA6E4}">
                <adec:decorative xmlns:adec="http://schemas.microsoft.com/office/drawing/2017/decorative" val="1"/>
              </a:ext>
            </a:extLst>
          </p:cNvPr>
          <p:cNvSpPr/>
          <p:nvPr userDrawn="1"/>
        </p:nvSpPr>
        <p:spPr>
          <a:xfrm>
            <a:off x="5193485" y="873373"/>
            <a:ext cx="1463040" cy="146304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Picture Placeholder 27">
            <a:extLst>
              <a:ext uri="{FF2B5EF4-FFF2-40B4-BE49-F238E27FC236}">
                <a16:creationId xmlns:a16="http://schemas.microsoft.com/office/drawing/2014/main" id="{A36BCCE0-8E96-CFD7-773F-6DD349533190}"/>
              </a:ext>
            </a:extLst>
          </p:cNvPr>
          <p:cNvSpPr>
            <a:spLocks noGrp="1"/>
          </p:cNvSpPr>
          <p:nvPr>
            <p:ph type="pic" sz="quarter" idx="20"/>
          </p:nvPr>
        </p:nvSpPr>
        <p:spPr>
          <a:xfrm>
            <a:off x="5559245" y="1239133"/>
            <a:ext cx="731520" cy="731520"/>
          </a:xfrm>
        </p:spPr>
        <p:txBody>
          <a:bodyPr anchor="ctr">
            <a:normAutofit/>
          </a:bodyPr>
          <a:lstStyle>
            <a:lvl1pPr marL="0" indent="0" algn="ctr">
              <a:buNone/>
              <a:defRPr sz="1100">
                <a:solidFill>
                  <a:schemeClr val="tx1"/>
                </a:solidFill>
              </a:defRPr>
            </a:lvl1pPr>
          </a:lstStyle>
          <a:p>
            <a:endParaRPr lang="en-US" dirty="0"/>
          </a:p>
        </p:txBody>
      </p:sp>
      <p:sp>
        <p:nvSpPr>
          <p:cNvPr id="5" name="Text Placeholder 9">
            <a:extLst>
              <a:ext uri="{FF2B5EF4-FFF2-40B4-BE49-F238E27FC236}">
                <a16:creationId xmlns:a16="http://schemas.microsoft.com/office/drawing/2014/main" id="{1F1B55E6-D30C-94A2-74A3-7753E4C42B8D}"/>
              </a:ext>
            </a:extLst>
          </p:cNvPr>
          <p:cNvSpPr>
            <a:spLocks noGrp="1"/>
          </p:cNvSpPr>
          <p:nvPr>
            <p:ph type="body" sz="quarter" idx="14" hasCustomPrompt="1"/>
          </p:nvPr>
        </p:nvSpPr>
        <p:spPr>
          <a:xfrm>
            <a:off x="5106617" y="2504151"/>
            <a:ext cx="1636776" cy="821854"/>
          </a:xfrm>
        </p:spPr>
        <p:txBody>
          <a:bodyPr anchor="t">
            <a:normAutofit/>
          </a:bodyPr>
          <a:lstStyle>
            <a:lvl1pPr marL="0" indent="0" algn="ctr">
              <a:lnSpc>
                <a:spcPct val="100000"/>
              </a:lnSpc>
              <a:spcBef>
                <a:spcPts val="0"/>
              </a:spcBef>
              <a:buNone/>
              <a:defRPr sz="1600" cap="all"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Add text here</a:t>
            </a:r>
          </a:p>
        </p:txBody>
      </p:sp>
      <p:sp>
        <p:nvSpPr>
          <p:cNvPr id="22" name="Oval 21">
            <a:extLst>
              <a:ext uri="{FF2B5EF4-FFF2-40B4-BE49-F238E27FC236}">
                <a16:creationId xmlns:a16="http://schemas.microsoft.com/office/drawing/2014/main" id="{3312D6E0-52A8-9730-81A1-85A486A1FB89}"/>
              </a:ext>
              <a:ext uri="{C183D7F6-B498-43B3-948B-1728B52AA6E4}">
                <adec:decorative xmlns:adec="http://schemas.microsoft.com/office/drawing/2017/decorative" val="1"/>
              </a:ext>
            </a:extLst>
          </p:cNvPr>
          <p:cNvSpPr/>
          <p:nvPr userDrawn="1"/>
        </p:nvSpPr>
        <p:spPr>
          <a:xfrm>
            <a:off x="7502181" y="873373"/>
            <a:ext cx="1463040" cy="146304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Picture Placeholder 27">
            <a:extLst>
              <a:ext uri="{FF2B5EF4-FFF2-40B4-BE49-F238E27FC236}">
                <a16:creationId xmlns:a16="http://schemas.microsoft.com/office/drawing/2014/main" id="{DDE02828-F855-FC8F-BE08-3709165F9334}"/>
              </a:ext>
            </a:extLst>
          </p:cNvPr>
          <p:cNvSpPr>
            <a:spLocks noGrp="1"/>
          </p:cNvSpPr>
          <p:nvPr>
            <p:ph type="pic" sz="quarter" idx="21"/>
          </p:nvPr>
        </p:nvSpPr>
        <p:spPr>
          <a:xfrm>
            <a:off x="7867941" y="1239133"/>
            <a:ext cx="731520" cy="731520"/>
          </a:xfrm>
        </p:spPr>
        <p:txBody>
          <a:bodyPr anchor="ctr">
            <a:normAutofit/>
          </a:bodyPr>
          <a:lstStyle>
            <a:lvl1pPr marL="0" indent="0" algn="ctr">
              <a:buNone/>
              <a:defRPr sz="1100">
                <a:solidFill>
                  <a:schemeClr val="tx1"/>
                </a:solidFill>
              </a:defRPr>
            </a:lvl1pPr>
          </a:lstStyle>
          <a:p>
            <a:endParaRPr lang="en-US" dirty="0"/>
          </a:p>
        </p:txBody>
      </p:sp>
      <p:sp>
        <p:nvSpPr>
          <p:cNvPr id="11" name="Text Placeholder 9">
            <a:extLst>
              <a:ext uri="{FF2B5EF4-FFF2-40B4-BE49-F238E27FC236}">
                <a16:creationId xmlns:a16="http://schemas.microsoft.com/office/drawing/2014/main" id="{B27154A6-5E2E-B227-1A26-0180BD37901A}"/>
              </a:ext>
            </a:extLst>
          </p:cNvPr>
          <p:cNvSpPr>
            <a:spLocks noGrp="1"/>
          </p:cNvSpPr>
          <p:nvPr>
            <p:ph type="body" sz="quarter" idx="15" hasCustomPrompt="1"/>
          </p:nvPr>
        </p:nvSpPr>
        <p:spPr>
          <a:xfrm>
            <a:off x="7415313" y="2504151"/>
            <a:ext cx="1636776" cy="821854"/>
          </a:xfrm>
        </p:spPr>
        <p:txBody>
          <a:bodyPr anchor="t">
            <a:normAutofit/>
          </a:bodyPr>
          <a:lstStyle>
            <a:lvl1pPr marL="0" indent="0" algn="ctr">
              <a:lnSpc>
                <a:spcPct val="100000"/>
              </a:lnSpc>
              <a:spcBef>
                <a:spcPts val="0"/>
              </a:spcBef>
              <a:buNone/>
              <a:defRPr sz="1600" cap="all"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Add text here</a:t>
            </a:r>
          </a:p>
        </p:txBody>
      </p:sp>
      <p:sp>
        <p:nvSpPr>
          <p:cNvPr id="23" name="Oval 22">
            <a:extLst>
              <a:ext uri="{FF2B5EF4-FFF2-40B4-BE49-F238E27FC236}">
                <a16:creationId xmlns:a16="http://schemas.microsoft.com/office/drawing/2014/main" id="{05C45418-A5D9-CF6D-A126-CFC582205161}"/>
              </a:ext>
              <a:ext uri="{C183D7F6-B498-43B3-948B-1728B52AA6E4}">
                <adec:decorative xmlns:adec="http://schemas.microsoft.com/office/drawing/2017/decorative" val="1"/>
              </a:ext>
            </a:extLst>
          </p:cNvPr>
          <p:cNvSpPr/>
          <p:nvPr userDrawn="1"/>
        </p:nvSpPr>
        <p:spPr>
          <a:xfrm>
            <a:off x="9810877" y="873373"/>
            <a:ext cx="1463040" cy="146304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Picture Placeholder 27">
            <a:extLst>
              <a:ext uri="{FF2B5EF4-FFF2-40B4-BE49-F238E27FC236}">
                <a16:creationId xmlns:a16="http://schemas.microsoft.com/office/drawing/2014/main" id="{C9960172-8670-373D-A621-80693CE45A8F}"/>
              </a:ext>
            </a:extLst>
          </p:cNvPr>
          <p:cNvSpPr>
            <a:spLocks noGrp="1"/>
          </p:cNvSpPr>
          <p:nvPr>
            <p:ph type="pic" sz="quarter" idx="22"/>
          </p:nvPr>
        </p:nvSpPr>
        <p:spPr>
          <a:xfrm>
            <a:off x="10176637" y="1239133"/>
            <a:ext cx="731520" cy="731520"/>
          </a:xfrm>
        </p:spPr>
        <p:txBody>
          <a:bodyPr anchor="ctr">
            <a:normAutofit/>
          </a:bodyPr>
          <a:lstStyle>
            <a:lvl1pPr marL="0" indent="0" algn="ctr">
              <a:buNone/>
              <a:defRPr sz="1100">
                <a:solidFill>
                  <a:schemeClr val="tx1"/>
                </a:solidFill>
              </a:defRPr>
            </a:lvl1pPr>
          </a:lstStyle>
          <a:p>
            <a:endParaRPr lang="en-US" dirty="0"/>
          </a:p>
        </p:txBody>
      </p:sp>
      <p:sp>
        <p:nvSpPr>
          <p:cNvPr id="17" name="Text Placeholder 9">
            <a:extLst>
              <a:ext uri="{FF2B5EF4-FFF2-40B4-BE49-F238E27FC236}">
                <a16:creationId xmlns:a16="http://schemas.microsoft.com/office/drawing/2014/main" id="{864550A4-3E55-BC7E-8E76-D618452D34EB}"/>
              </a:ext>
            </a:extLst>
          </p:cNvPr>
          <p:cNvSpPr>
            <a:spLocks noGrp="1"/>
          </p:cNvSpPr>
          <p:nvPr>
            <p:ph type="body" sz="quarter" idx="16" hasCustomPrompt="1"/>
          </p:nvPr>
        </p:nvSpPr>
        <p:spPr>
          <a:xfrm>
            <a:off x="9724009" y="2504151"/>
            <a:ext cx="1636776" cy="821854"/>
          </a:xfrm>
        </p:spPr>
        <p:txBody>
          <a:bodyPr anchor="t">
            <a:normAutofit/>
          </a:bodyPr>
          <a:lstStyle>
            <a:lvl1pPr marL="0" indent="0" algn="ctr">
              <a:lnSpc>
                <a:spcPct val="100000"/>
              </a:lnSpc>
              <a:spcBef>
                <a:spcPts val="0"/>
              </a:spcBef>
              <a:buNone/>
              <a:defRPr sz="1600" cap="all"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Add text here</a:t>
            </a:r>
          </a:p>
        </p:txBody>
      </p:sp>
      <p:sp>
        <p:nvSpPr>
          <p:cNvPr id="24" name="Oval 23">
            <a:extLst>
              <a:ext uri="{FF2B5EF4-FFF2-40B4-BE49-F238E27FC236}">
                <a16:creationId xmlns:a16="http://schemas.microsoft.com/office/drawing/2014/main" id="{DC3DC7D4-9A01-6517-BBA3-25985ED39F3E}"/>
              </a:ext>
              <a:ext uri="{C183D7F6-B498-43B3-948B-1728B52AA6E4}">
                <adec:decorative xmlns:adec="http://schemas.microsoft.com/office/drawing/2017/decorative" val="1"/>
              </a:ext>
            </a:extLst>
          </p:cNvPr>
          <p:cNvSpPr/>
          <p:nvPr userDrawn="1"/>
        </p:nvSpPr>
        <p:spPr>
          <a:xfrm>
            <a:off x="5193485" y="3507830"/>
            <a:ext cx="1463040" cy="146304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Picture Placeholder 27">
            <a:extLst>
              <a:ext uri="{FF2B5EF4-FFF2-40B4-BE49-F238E27FC236}">
                <a16:creationId xmlns:a16="http://schemas.microsoft.com/office/drawing/2014/main" id="{8B660B9C-1FDD-B66C-4771-6927C706C114}"/>
              </a:ext>
            </a:extLst>
          </p:cNvPr>
          <p:cNvSpPr>
            <a:spLocks noGrp="1"/>
          </p:cNvSpPr>
          <p:nvPr>
            <p:ph type="pic" sz="quarter" idx="23"/>
          </p:nvPr>
        </p:nvSpPr>
        <p:spPr>
          <a:xfrm>
            <a:off x="5559245" y="3895767"/>
            <a:ext cx="731520" cy="731520"/>
          </a:xfrm>
        </p:spPr>
        <p:txBody>
          <a:bodyPr anchor="ctr">
            <a:normAutofit/>
          </a:bodyPr>
          <a:lstStyle>
            <a:lvl1pPr marL="0" indent="0" algn="ctr">
              <a:buNone/>
              <a:defRPr sz="1100">
                <a:solidFill>
                  <a:schemeClr val="tx1"/>
                </a:solidFill>
              </a:defRPr>
            </a:lvl1pPr>
          </a:lstStyle>
          <a:p>
            <a:endParaRPr lang="en-US" dirty="0"/>
          </a:p>
        </p:txBody>
      </p:sp>
      <p:sp>
        <p:nvSpPr>
          <p:cNvPr id="18" name="Text Placeholder 9">
            <a:extLst>
              <a:ext uri="{FF2B5EF4-FFF2-40B4-BE49-F238E27FC236}">
                <a16:creationId xmlns:a16="http://schemas.microsoft.com/office/drawing/2014/main" id="{5CEDB5D2-20DC-E42D-81A3-DD675DB5DAC1}"/>
              </a:ext>
            </a:extLst>
          </p:cNvPr>
          <p:cNvSpPr>
            <a:spLocks noGrp="1"/>
          </p:cNvSpPr>
          <p:nvPr>
            <p:ph type="body" sz="quarter" idx="17" hasCustomPrompt="1"/>
          </p:nvPr>
        </p:nvSpPr>
        <p:spPr>
          <a:xfrm>
            <a:off x="5106617" y="5112564"/>
            <a:ext cx="1636776" cy="821854"/>
          </a:xfrm>
        </p:spPr>
        <p:txBody>
          <a:bodyPr anchor="t">
            <a:normAutofit/>
          </a:bodyPr>
          <a:lstStyle>
            <a:lvl1pPr marL="0" indent="0" algn="ctr">
              <a:lnSpc>
                <a:spcPct val="100000"/>
              </a:lnSpc>
              <a:spcBef>
                <a:spcPts val="0"/>
              </a:spcBef>
              <a:buNone/>
              <a:defRPr sz="1600" cap="all"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Add text here</a:t>
            </a:r>
          </a:p>
        </p:txBody>
      </p:sp>
      <p:sp>
        <p:nvSpPr>
          <p:cNvPr id="25" name="Oval 24">
            <a:extLst>
              <a:ext uri="{FF2B5EF4-FFF2-40B4-BE49-F238E27FC236}">
                <a16:creationId xmlns:a16="http://schemas.microsoft.com/office/drawing/2014/main" id="{E6E0A5FF-B1AF-63A9-AB13-9C59EC05FD43}"/>
              </a:ext>
              <a:ext uri="{C183D7F6-B498-43B3-948B-1728B52AA6E4}">
                <adec:decorative xmlns:adec="http://schemas.microsoft.com/office/drawing/2017/decorative" val="1"/>
              </a:ext>
            </a:extLst>
          </p:cNvPr>
          <p:cNvSpPr/>
          <p:nvPr userDrawn="1"/>
        </p:nvSpPr>
        <p:spPr>
          <a:xfrm>
            <a:off x="7502181" y="3507830"/>
            <a:ext cx="1463040" cy="146304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Picture Placeholder 27">
            <a:extLst>
              <a:ext uri="{FF2B5EF4-FFF2-40B4-BE49-F238E27FC236}">
                <a16:creationId xmlns:a16="http://schemas.microsoft.com/office/drawing/2014/main" id="{CE1131E2-6ABA-CCF9-F1A8-115DB733B6EE}"/>
              </a:ext>
            </a:extLst>
          </p:cNvPr>
          <p:cNvSpPr>
            <a:spLocks noGrp="1"/>
          </p:cNvSpPr>
          <p:nvPr>
            <p:ph type="pic" sz="quarter" idx="24"/>
          </p:nvPr>
        </p:nvSpPr>
        <p:spPr>
          <a:xfrm>
            <a:off x="7867941" y="3895767"/>
            <a:ext cx="731520" cy="731520"/>
          </a:xfrm>
        </p:spPr>
        <p:txBody>
          <a:bodyPr anchor="ctr">
            <a:normAutofit/>
          </a:bodyPr>
          <a:lstStyle>
            <a:lvl1pPr marL="0" indent="0" algn="ctr">
              <a:buNone/>
              <a:defRPr sz="1100">
                <a:solidFill>
                  <a:schemeClr val="tx1"/>
                </a:solidFill>
              </a:defRPr>
            </a:lvl1pPr>
          </a:lstStyle>
          <a:p>
            <a:endParaRPr lang="en-US" dirty="0"/>
          </a:p>
        </p:txBody>
      </p:sp>
      <p:sp>
        <p:nvSpPr>
          <p:cNvPr id="19" name="Text Placeholder 9">
            <a:extLst>
              <a:ext uri="{FF2B5EF4-FFF2-40B4-BE49-F238E27FC236}">
                <a16:creationId xmlns:a16="http://schemas.microsoft.com/office/drawing/2014/main" id="{11333C39-8C83-07F1-DB19-333B85C4D556}"/>
              </a:ext>
            </a:extLst>
          </p:cNvPr>
          <p:cNvSpPr>
            <a:spLocks noGrp="1"/>
          </p:cNvSpPr>
          <p:nvPr>
            <p:ph type="body" sz="quarter" idx="18" hasCustomPrompt="1"/>
          </p:nvPr>
        </p:nvSpPr>
        <p:spPr>
          <a:xfrm>
            <a:off x="7415313" y="5122612"/>
            <a:ext cx="1636776" cy="821854"/>
          </a:xfrm>
        </p:spPr>
        <p:txBody>
          <a:bodyPr anchor="t">
            <a:normAutofit/>
          </a:bodyPr>
          <a:lstStyle>
            <a:lvl1pPr marL="0" indent="0" algn="ctr">
              <a:lnSpc>
                <a:spcPct val="100000"/>
              </a:lnSpc>
              <a:spcBef>
                <a:spcPts val="0"/>
              </a:spcBef>
              <a:buNone/>
              <a:defRPr sz="1600" cap="all"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Add text here</a:t>
            </a:r>
          </a:p>
        </p:txBody>
      </p:sp>
      <p:sp>
        <p:nvSpPr>
          <p:cNvPr id="26" name="Oval 25">
            <a:extLst>
              <a:ext uri="{FF2B5EF4-FFF2-40B4-BE49-F238E27FC236}">
                <a16:creationId xmlns:a16="http://schemas.microsoft.com/office/drawing/2014/main" id="{B65DEC11-1F32-4EAC-3FA0-360A3FEBE14B}"/>
              </a:ext>
              <a:ext uri="{C183D7F6-B498-43B3-948B-1728B52AA6E4}">
                <adec:decorative xmlns:adec="http://schemas.microsoft.com/office/drawing/2017/decorative" val="1"/>
              </a:ext>
            </a:extLst>
          </p:cNvPr>
          <p:cNvSpPr/>
          <p:nvPr userDrawn="1"/>
        </p:nvSpPr>
        <p:spPr>
          <a:xfrm>
            <a:off x="9810877" y="3507830"/>
            <a:ext cx="1463040" cy="146304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Picture Placeholder 27">
            <a:extLst>
              <a:ext uri="{FF2B5EF4-FFF2-40B4-BE49-F238E27FC236}">
                <a16:creationId xmlns:a16="http://schemas.microsoft.com/office/drawing/2014/main" id="{ADD5603E-E24A-E9C5-D35F-A38DC46658F0}"/>
              </a:ext>
            </a:extLst>
          </p:cNvPr>
          <p:cNvSpPr>
            <a:spLocks noGrp="1"/>
          </p:cNvSpPr>
          <p:nvPr>
            <p:ph type="pic" sz="quarter" idx="25"/>
          </p:nvPr>
        </p:nvSpPr>
        <p:spPr>
          <a:xfrm>
            <a:off x="10176637" y="3895767"/>
            <a:ext cx="731520" cy="731520"/>
          </a:xfrm>
        </p:spPr>
        <p:txBody>
          <a:bodyPr anchor="ctr">
            <a:normAutofit/>
          </a:bodyPr>
          <a:lstStyle>
            <a:lvl1pPr marL="0" indent="0" algn="ctr">
              <a:buNone/>
              <a:defRPr sz="1100">
                <a:solidFill>
                  <a:schemeClr val="tx1"/>
                </a:solidFill>
              </a:defRPr>
            </a:lvl1pPr>
          </a:lstStyle>
          <a:p>
            <a:endParaRPr lang="en-US" dirty="0"/>
          </a:p>
        </p:txBody>
      </p:sp>
      <p:sp>
        <p:nvSpPr>
          <p:cNvPr id="20" name="Text Placeholder 9">
            <a:extLst>
              <a:ext uri="{FF2B5EF4-FFF2-40B4-BE49-F238E27FC236}">
                <a16:creationId xmlns:a16="http://schemas.microsoft.com/office/drawing/2014/main" id="{E65FCE6B-F5AD-CA04-8BC6-D677E90648C3}"/>
              </a:ext>
            </a:extLst>
          </p:cNvPr>
          <p:cNvSpPr>
            <a:spLocks noGrp="1"/>
          </p:cNvSpPr>
          <p:nvPr>
            <p:ph type="body" sz="quarter" idx="19" hasCustomPrompt="1"/>
          </p:nvPr>
        </p:nvSpPr>
        <p:spPr>
          <a:xfrm>
            <a:off x="9724009" y="5122612"/>
            <a:ext cx="1636776" cy="821854"/>
          </a:xfrm>
        </p:spPr>
        <p:txBody>
          <a:bodyPr anchor="t">
            <a:normAutofit/>
          </a:bodyPr>
          <a:lstStyle>
            <a:lvl1pPr marL="0" indent="0" algn="ctr">
              <a:lnSpc>
                <a:spcPct val="100000"/>
              </a:lnSpc>
              <a:spcBef>
                <a:spcPts val="0"/>
              </a:spcBef>
              <a:buNone/>
              <a:defRPr sz="1600" cap="all" baseline="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Add text here</a:t>
            </a:r>
          </a:p>
        </p:txBody>
      </p:sp>
      <p:sp>
        <p:nvSpPr>
          <p:cNvPr id="7" name="Footer Placeholder 4">
            <a:extLst>
              <a:ext uri="{FF2B5EF4-FFF2-40B4-BE49-F238E27FC236}">
                <a16:creationId xmlns:a16="http://schemas.microsoft.com/office/drawing/2014/main" id="{CC2AD9E8-14E8-2D94-11D7-64806DB72E56}"/>
              </a:ext>
            </a:extLst>
          </p:cNvPr>
          <p:cNvSpPr>
            <a:spLocks noGrp="1"/>
          </p:cNvSpPr>
          <p:nvPr>
            <p:ph type="ftr" sz="quarter" idx="11"/>
          </p:nvPr>
        </p:nvSpPr>
        <p:spPr>
          <a:xfrm>
            <a:off x="767865" y="6183501"/>
            <a:ext cx="3161040" cy="365125"/>
          </a:xfrm>
        </p:spPr>
        <p:txBody>
          <a:bodyPr/>
          <a:lstStyle>
            <a:lvl1pPr algn="l">
              <a:defRPr sz="1000" cap="all" baseline="0"/>
            </a:lvl1pPr>
          </a:lstStyle>
          <a:p>
            <a:r>
              <a:rPr lang="en-US" dirty="0"/>
              <a:t>Add footer here</a:t>
            </a:r>
          </a:p>
        </p:txBody>
      </p:sp>
      <p:sp>
        <p:nvSpPr>
          <p:cNvPr id="8" name="Slide Number Placeholder 5">
            <a:extLst>
              <a:ext uri="{FF2B5EF4-FFF2-40B4-BE49-F238E27FC236}">
                <a16:creationId xmlns:a16="http://schemas.microsoft.com/office/drawing/2014/main" id="{6A722167-2F12-D034-503E-17517FE09CED}"/>
              </a:ext>
            </a:extLst>
          </p:cNvPr>
          <p:cNvSpPr>
            <a:spLocks noGrp="1"/>
          </p:cNvSpPr>
          <p:nvPr>
            <p:ph type="sldNum" sz="quarter" idx="12"/>
          </p:nvPr>
        </p:nvSpPr>
        <p:spPr>
          <a:xfrm>
            <a:off x="8767469" y="6183501"/>
            <a:ext cx="2593316" cy="365125"/>
          </a:xfrm>
        </p:spPr>
        <p:txBody>
          <a:bodyPr lIns="0" tIns="0" rIns="0"/>
          <a:lstStyle>
            <a:lvl1pPr>
              <a:defRPr sz="1000" cap="all" baseline="0">
                <a:solidFill>
                  <a:schemeClr val="tx1"/>
                </a:solidFill>
              </a:defRPr>
            </a:lvl1pPr>
          </a:lstStyle>
          <a:p>
            <a:r>
              <a:rPr lang="en-US" dirty="0"/>
              <a:t>Page 0</a:t>
            </a:r>
            <a:fld id="{F4D6F5BC-20F0-430F-85EA-3DE30F119EFB}" type="slidenum">
              <a:rPr lang="en-US" smtClean="0"/>
              <a:pPr/>
              <a:t>‹#›</a:t>
            </a:fld>
            <a:endParaRPr lang="en-US" dirty="0"/>
          </a:p>
        </p:txBody>
      </p:sp>
    </p:spTree>
    <p:extLst>
      <p:ext uri="{BB962C8B-B14F-4D97-AF65-F5344CB8AC3E}">
        <p14:creationId xmlns:p14="http://schemas.microsoft.com/office/powerpoint/2010/main" val="41731260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EF6AE-149E-CEA7-AE00-D115EB23463B}"/>
              </a:ext>
            </a:extLst>
          </p:cNvPr>
          <p:cNvSpPr>
            <a:spLocks noGrp="1"/>
          </p:cNvSpPr>
          <p:nvPr>
            <p:ph type="ctrTitle" hasCustomPrompt="1"/>
          </p:nvPr>
        </p:nvSpPr>
        <p:spPr>
          <a:xfrm>
            <a:off x="767865" y="440766"/>
            <a:ext cx="10506386" cy="586583"/>
          </a:xfrm>
        </p:spPr>
        <p:txBody>
          <a:bodyPr anchor="b">
            <a:normAutofit/>
          </a:bodyPr>
          <a:lstStyle>
            <a:lvl1pPr algn="l">
              <a:lnSpc>
                <a:spcPct val="75000"/>
              </a:lnSpc>
              <a:defRPr sz="3200" b="1" cap="all" baseline="0"/>
            </a:lvl1pPr>
          </a:lstStyle>
          <a:p>
            <a:r>
              <a:rPr lang="en-US" dirty="0"/>
              <a:t>Add Title </a:t>
            </a:r>
          </a:p>
        </p:txBody>
      </p:sp>
      <p:cxnSp>
        <p:nvCxnSpPr>
          <p:cNvPr id="13" name="Straight Connector 12" descr="Verticle Rule Line" title="Verticle Rule Line">
            <a:extLst>
              <a:ext uri="{FF2B5EF4-FFF2-40B4-BE49-F238E27FC236}">
                <a16:creationId xmlns:a16="http://schemas.microsoft.com/office/drawing/2014/main" id="{CE266693-B86C-0A7F-4122-5AFA5028696B}"/>
              </a:ext>
            </a:extLst>
          </p:cNvPr>
          <p:cNvCxnSpPr>
            <a:cxnSpLocks/>
          </p:cNvCxnSpPr>
          <p:nvPr userDrawn="1"/>
        </p:nvCxnSpPr>
        <p:spPr>
          <a:xfrm flipH="1">
            <a:off x="853219" y="1370880"/>
            <a:ext cx="1253208" cy="0"/>
          </a:xfrm>
          <a:prstGeom prst="line">
            <a:avLst/>
          </a:prstGeom>
          <a:ln w="76200">
            <a:solidFill>
              <a:schemeClr val="accent2">
                <a:alpha val="50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C079171D-B8A1-3D4F-8F0C-145874B4BC9B}"/>
              </a:ext>
            </a:extLst>
          </p:cNvPr>
          <p:cNvSpPr>
            <a:spLocks noGrp="1"/>
          </p:cNvSpPr>
          <p:nvPr>
            <p:ph sz="quarter" idx="15"/>
          </p:nvPr>
        </p:nvSpPr>
        <p:spPr>
          <a:xfrm>
            <a:off x="3008647" y="1497208"/>
            <a:ext cx="8266112" cy="2471891"/>
          </a:xfrm>
        </p:spPr>
        <p:txBody>
          <a:bodyPr/>
          <a:lstStyle>
            <a:lvl1pPr marL="0" indent="0">
              <a:lnSpc>
                <a:spcPct val="150000"/>
              </a:lnSpc>
              <a:buNone/>
              <a:defRPr sz="32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9">
            <a:extLst>
              <a:ext uri="{FF2B5EF4-FFF2-40B4-BE49-F238E27FC236}">
                <a16:creationId xmlns:a16="http://schemas.microsoft.com/office/drawing/2014/main" id="{90BFEB1E-8991-0667-6BDA-AFC8E1A81962}"/>
              </a:ext>
            </a:extLst>
          </p:cNvPr>
          <p:cNvSpPr>
            <a:spLocks noGrp="1"/>
          </p:cNvSpPr>
          <p:nvPr>
            <p:ph type="body" sz="quarter" idx="14" hasCustomPrompt="1"/>
          </p:nvPr>
        </p:nvSpPr>
        <p:spPr>
          <a:xfrm>
            <a:off x="3008647" y="4270548"/>
            <a:ext cx="8265604" cy="1090244"/>
          </a:xfrm>
        </p:spPr>
        <p:txBody>
          <a:bodyPr lIns="137160" tIns="0" rIns="0" bIns="0" numCol="3" spcCol="640080">
            <a:normAutofit/>
          </a:bodyPr>
          <a:lstStyle>
            <a:lvl1pPr marL="182880" indent="-347472">
              <a:lnSpc>
                <a:spcPct val="150000"/>
              </a:lnSpc>
              <a:buFont typeface="Arial" panose="020B0604020202020204" pitchFamily="34" charset="0"/>
              <a:buChar char="•"/>
              <a:defRPr sz="1600"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Add text here</a:t>
            </a:r>
          </a:p>
        </p:txBody>
      </p:sp>
      <p:sp>
        <p:nvSpPr>
          <p:cNvPr id="7" name="Footer Placeholder 4">
            <a:extLst>
              <a:ext uri="{FF2B5EF4-FFF2-40B4-BE49-F238E27FC236}">
                <a16:creationId xmlns:a16="http://schemas.microsoft.com/office/drawing/2014/main" id="{CC2AD9E8-14E8-2D94-11D7-64806DB72E56}"/>
              </a:ext>
            </a:extLst>
          </p:cNvPr>
          <p:cNvSpPr>
            <a:spLocks noGrp="1"/>
          </p:cNvSpPr>
          <p:nvPr>
            <p:ph type="ftr" sz="quarter" idx="11"/>
          </p:nvPr>
        </p:nvSpPr>
        <p:spPr>
          <a:xfrm>
            <a:off x="767865" y="6183501"/>
            <a:ext cx="3161040" cy="365125"/>
          </a:xfrm>
        </p:spPr>
        <p:txBody>
          <a:bodyPr/>
          <a:lstStyle>
            <a:lvl1pPr algn="l">
              <a:defRPr sz="1000" cap="all" baseline="0"/>
            </a:lvl1pPr>
          </a:lstStyle>
          <a:p>
            <a:r>
              <a:rPr lang="en-US" dirty="0"/>
              <a:t>Add footer here</a:t>
            </a:r>
          </a:p>
        </p:txBody>
      </p:sp>
      <p:sp>
        <p:nvSpPr>
          <p:cNvPr id="8" name="Slide Number Placeholder 5">
            <a:extLst>
              <a:ext uri="{FF2B5EF4-FFF2-40B4-BE49-F238E27FC236}">
                <a16:creationId xmlns:a16="http://schemas.microsoft.com/office/drawing/2014/main" id="{6A722167-2F12-D034-503E-17517FE09CED}"/>
              </a:ext>
            </a:extLst>
          </p:cNvPr>
          <p:cNvSpPr>
            <a:spLocks noGrp="1"/>
          </p:cNvSpPr>
          <p:nvPr>
            <p:ph type="sldNum" sz="quarter" idx="12"/>
          </p:nvPr>
        </p:nvSpPr>
        <p:spPr>
          <a:xfrm>
            <a:off x="8767469" y="6183501"/>
            <a:ext cx="2593316" cy="365125"/>
          </a:xfrm>
        </p:spPr>
        <p:txBody>
          <a:bodyPr lIns="0" tIns="0" rIns="0"/>
          <a:lstStyle>
            <a:lvl1pPr>
              <a:defRPr sz="1000" cap="all" baseline="0"/>
            </a:lvl1pPr>
          </a:lstStyle>
          <a:p>
            <a:r>
              <a:rPr lang="en-US" dirty="0"/>
              <a:t>Page 0</a:t>
            </a:r>
            <a:fld id="{F4D6F5BC-20F0-430F-85EA-3DE30F119EFB}" type="slidenum">
              <a:rPr lang="en-US" smtClean="0"/>
              <a:pPr/>
              <a:t>‹#›</a:t>
            </a:fld>
            <a:endParaRPr lang="en-US" dirty="0"/>
          </a:p>
        </p:txBody>
      </p:sp>
    </p:spTree>
    <p:extLst>
      <p:ext uri="{BB962C8B-B14F-4D97-AF65-F5344CB8AC3E}">
        <p14:creationId xmlns:p14="http://schemas.microsoft.com/office/powerpoint/2010/main" val="41443127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ullet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EF6AE-149E-CEA7-AE00-D115EB23463B}"/>
              </a:ext>
            </a:extLst>
          </p:cNvPr>
          <p:cNvSpPr>
            <a:spLocks noGrp="1"/>
          </p:cNvSpPr>
          <p:nvPr>
            <p:ph type="ctrTitle" hasCustomPrompt="1"/>
          </p:nvPr>
        </p:nvSpPr>
        <p:spPr>
          <a:xfrm>
            <a:off x="767865" y="214692"/>
            <a:ext cx="3713700" cy="1245980"/>
          </a:xfrm>
        </p:spPr>
        <p:txBody>
          <a:bodyPr anchor="b">
            <a:normAutofit/>
          </a:bodyPr>
          <a:lstStyle>
            <a:lvl1pPr algn="l">
              <a:lnSpc>
                <a:spcPct val="90000"/>
              </a:lnSpc>
              <a:defRPr sz="3200" b="1" cap="all" baseline="0"/>
            </a:lvl1pPr>
          </a:lstStyle>
          <a:p>
            <a:r>
              <a:rPr lang="en-US" dirty="0"/>
              <a:t>Add Title  here</a:t>
            </a:r>
          </a:p>
        </p:txBody>
      </p:sp>
      <p:sp>
        <p:nvSpPr>
          <p:cNvPr id="10" name="Text Placeholder 9">
            <a:extLst>
              <a:ext uri="{FF2B5EF4-FFF2-40B4-BE49-F238E27FC236}">
                <a16:creationId xmlns:a16="http://schemas.microsoft.com/office/drawing/2014/main" id="{0B04BD1D-781E-E27B-949C-49484EB07480}"/>
              </a:ext>
            </a:extLst>
          </p:cNvPr>
          <p:cNvSpPr>
            <a:spLocks noGrp="1"/>
          </p:cNvSpPr>
          <p:nvPr>
            <p:ph type="body" sz="quarter" idx="13" hasCustomPrompt="1"/>
          </p:nvPr>
        </p:nvSpPr>
        <p:spPr>
          <a:xfrm>
            <a:off x="3028743" y="2090054"/>
            <a:ext cx="8034492" cy="4093447"/>
          </a:xfrm>
        </p:spPr>
        <p:txBody>
          <a:bodyPr>
            <a:noAutofit/>
          </a:bodyPr>
          <a:lstStyle>
            <a:lvl1pPr marL="274320" indent="-274320">
              <a:lnSpc>
                <a:spcPct val="120000"/>
              </a:lnSpc>
              <a:spcBef>
                <a:spcPts val="3000"/>
              </a:spcBef>
              <a:buFont typeface="Arial" panose="020B0604020202020204" pitchFamily="34" charset="0"/>
              <a:buChar char="•"/>
              <a:defRPr sz="1600"/>
            </a:lvl1pPr>
            <a:lvl2pPr marL="457200" indent="0">
              <a:buNone/>
              <a:defRPr/>
            </a:lvl2pPr>
            <a:lvl3pPr marL="914400" indent="0">
              <a:buNone/>
              <a:defRPr/>
            </a:lvl3pPr>
            <a:lvl4pPr marL="1371600" indent="0">
              <a:buNone/>
              <a:defRPr/>
            </a:lvl4pPr>
            <a:lvl5pPr marL="1828800" indent="0">
              <a:buNone/>
              <a:defRPr/>
            </a:lvl5pPr>
          </a:lstStyle>
          <a:p>
            <a:pPr lvl="0"/>
            <a:r>
              <a:rPr lang="en-US" dirty="0"/>
              <a:t>Add text here</a:t>
            </a:r>
          </a:p>
        </p:txBody>
      </p:sp>
      <p:cxnSp>
        <p:nvCxnSpPr>
          <p:cNvPr id="13" name="Straight Connector 12" title="Verticle Rule Line">
            <a:extLst>
              <a:ext uri="{FF2B5EF4-FFF2-40B4-BE49-F238E27FC236}">
                <a16:creationId xmlns:a16="http://schemas.microsoft.com/office/drawing/2014/main" id="{CE266693-B86C-0A7F-4122-5AFA5028696B}"/>
              </a:ext>
            </a:extLst>
          </p:cNvPr>
          <p:cNvCxnSpPr>
            <a:cxnSpLocks/>
          </p:cNvCxnSpPr>
          <p:nvPr userDrawn="1"/>
        </p:nvCxnSpPr>
        <p:spPr>
          <a:xfrm flipH="1">
            <a:off x="853219" y="1792905"/>
            <a:ext cx="1253208" cy="0"/>
          </a:xfrm>
          <a:prstGeom prst="line">
            <a:avLst/>
          </a:prstGeom>
          <a:ln w="76200">
            <a:solidFill>
              <a:schemeClr val="accent2">
                <a:alpha val="50000"/>
              </a:schemeClr>
            </a:solidFill>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CC2AD9E8-14E8-2D94-11D7-64806DB72E56}"/>
              </a:ext>
            </a:extLst>
          </p:cNvPr>
          <p:cNvSpPr>
            <a:spLocks noGrp="1"/>
          </p:cNvSpPr>
          <p:nvPr>
            <p:ph type="ftr" sz="quarter" idx="11"/>
          </p:nvPr>
        </p:nvSpPr>
        <p:spPr>
          <a:xfrm>
            <a:off x="767865" y="6183501"/>
            <a:ext cx="3161040" cy="365125"/>
          </a:xfrm>
        </p:spPr>
        <p:txBody>
          <a:bodyPr/>
          <a:lstStyle>
            <a:lvl1pPr algn="l">
              <a:defRPr sz="1000" cap="all" baseline="0"/>
            </a:lvl1pPr>
          </a:lstStyle>
          <a:p>
            <a:r>
              <a:rPr lang="en-US" dirty="0"/>
              <a:t>Add footer here</a:t>
            </a:r>
          </a:p>
        </p:txBody>
      </p:sp>
      <p:sp>
        <p:nvSpPr>
          <p:cNvPr id="8" name="Slide Number Placeholder 5">
            <a:extLst>
              <a:ext uri="{FF2B5EF4-FFF2-40B4-BE49-F238E27FC236}">
                <a16:creationId xmlns:a16="http://schemas.microsoft.com/office/drawing/2014/main" id="{6A722167-2F12-D034-503E-17517FE09CED}"/>
              </a:ext>
            </a:extLst>
          </p:cNvPr>
          <p:cNvSpPr>
            <a:spLocks noGrp="1"/>
          </p:cNvSpPr>
          <p:nvPr>
            <p:ph type="sldNum" sz="quarter" idx="12"/>
          </p:nvPr>
        </p:nvSpPr>
        <p:spPr>
          <a:xfrm>
            <a:off x="8767469" y="6183501"/>
            <a:ext cx="2593316" cy="365125"/>
          </a:xfrm>
        </p:spPr>
        <p:txBody>
          <a:bodyPr lIns="0" tIns="0" rIns="0"/>
          <a:lstStyle>
            <a:lvl1pPr>
              <a:defRPr sz="1000" cap="all" baseline="0"/>
            </a:lvl1pPr>
          </a:lstStyle>
          <a:p>
            <a:r>
              <a:rPr lang="en-US" dirty="0"/>
              <a:t>Page 0</a:t>
            </a:r>
            <a:fld id="{F4D6F5BC-20F0-430F-85EA-3DE30F119EFB}" type="slidenum">
              <a:rPr lang="en-US" smtClean="0"/>
              <a:pPr/>
              <a:t>‹#›</a:t>
            </a:fld>
            <a:endParaRPr lang="en-US" dirty="0"/>
          </a:p>
        </p:txBody>
      </p:sp>
    </p:spTree>
    <p:extLst>
      <p:ext uri="{BB962C8B-B14F-4D97-AF65-F5344CB8AC3E}">
        <p14:creationId xmlns:p14="http://schemas.microsoft.com/office/powerpoint/2010/main" val="1666055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iz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EF6AE-149E-CEA7-AE00-D115EB23463B}"/>
              </a:ext>
            </a:extLst>
          </p:cNvPr>
          <p:cNvSpPr>
            <a:spLocks noGrp="1"/>
          </p:cNvSpPr>
          <p:nvPr>
            <p:ph type="ctrTitle" hasCustomPrompt="1"/>
          </p:nvPr>
        </p:nvSpPr>
        <p:spPr>
          <a:xfrm>
            <a:off x="767865" y="214692"/>
            <a:ext cx="3713700" cy="1245980"/>
          </a:xfrm>
        </p:spPr>
        <p:txBody>
          <a:bodyPr anchor="b">
            <a:normAutofit/>
          </a:bodyPr>
          <a:lstStyle>
            <a:lvl1pPr algn="l">
              <a:lnSpc>
                <a:spcPct val="90000"/>
              </a:lnSpc>
              <a:defRPr sz="3200" b="1" cap="all" baseline="0"/>
            </a:lvl1pPr>
          </a:lstStyle>
          <a:p>
            <a:r>
              <a:rPr lang="en-US" dirty="0"/>
              <a:t>Add Title  here</a:t>
            </a:r>
          </a:p>
        </p:txBody>
      </p:sp>
      <p:sp>
        <p:nvSpPr>
          <p:cNvPr id="10" name="Text Placeholder 9">
            <a:extLst>
              <a:ext uri="{FF2B5EF4-FFF2-40B4-BE49-F238E27FC236}">
                <a16:creationId xmlns:a16="http://schemas.microsoft.com/office/drawing/2014/main" id="{0B04BD1D-781E-E27B-949C-49484EB07480}"/>
              </a:ext>
            </a:extLst>
          </p:cNvPr>
          <p:cNvSpPr>
            <a:spLocks noGrp="1"/>
          </p:cNvSpPr>
          <p:nvPr>
            <p:ph type="body" sz="quarter" idx="13"/>
          </p:nvPr>
        </p:nvSpPr>
        <p:spPr>
          <a:xfrm>
            <a:off x="6156288" y="2059910"/>
            <a:ext cx="4072934" cy="1125419"/>
          </a:xfrm>
        </p:spPr>
        <p:txBody>
          <a:bodyPr>
            <a:noAutofit/>
          </a:bodyPr>
          <a:lstStyle>
            <a:lvl1pPr marL="0" indent="0">
              <a:lnSpc>
                <a:spcPct val="100000"/>
              </a:lnSpc>
              <a:spcBef>
                <a:spcPts val="3000"/>
              </a:spcBef>
              <a:buFont typeface="Arial" panose="020B0604020202020204" pitchFamily="34" charset="0"/>
              <a:buNone/>
              <a:defRPr sz="2400" u="sng">
                <a:solidFill>
                  <a:schemeClr val="accent3">
                    <a:lumMod val="40000"/>
                    <a:lumOff val="6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endParaRPr lang="en-US" dirty="0"/>
          </a:p>
        </p:txBody>
      </p:sp>
      <p:cxnSp>
        <p:nvCxnSpPr>
          <p:cNvPr id="13" name="Straight Connector 12" title="Verticle Rule Line">
            <a:extLst>
              <a:ext uri="{FF2B5EF4-FFF2-40B4-BE49-F238E27FC236}">
                <a16:creationId xmlns:a16="http://schemas.microsoft.com/office/drawing/2014/main" id="{CE266693-B86C-0A7F-4122-5AFA5028696B}"/>
              </a:ext>
            </a:extLst>
          </p:cNvPr>
          <p:cNvCxnSpPr>
            <a:cxnSpLocks/>
          </p:cNvCxnSpPr>
          <p:nvPr userDrawn="1"/>
        </p:nvCxnSpPr>
        <p:spPr>
          <a:xfrm flipH="1">
            <a:off x="853219" y="1792905"/>
            <a:ext cx="1253208" cy="0"/>
          </a:xfrm>
          <a:prstGeom prst="line">
            <a:avLst/>
          </a:prstGeom>
          <a:ln w="76200">
            <a:solidFill>
              <a:schemeClr val="accent2">
                <a:alpha val="50000"/>
              </a:schemeClr>
            </a:solidFill>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CC2AD9E8-14E8-2D94-11D7-64806DB72E56}"/>
              </a:ext>
            </a:extLst>
          </p:cNvPr>
          <p:cNvSpPr>
            <a:spLocks noGrp="1"/>
          </p:cNvSpPr>
          <p:nvPr>
            <p:ph type="ftr" sz="quarter" idx="11"/>
          </p:nvPr>
        </p:nvSpPr>
        <p:spPr>
          <a:xfrm>
            <a:off x="767865" y="6183501"/>
            <a:ext cx="3161040" cy="365125"/>
          </a:xfrm>
        </p:spPr>
        <p:txBody>
          <a:bodyPr/>
          <a:lstStyle>
            <a:lvl1pPr algn="l">
              <a:defRPr sz="1000" cap="all" baseline="0"/>
            </a:lvl1pPr>
          </a:lstStyle>
          <a:p>
            <a:r>
              <a:rPr lang="en-US" dirty="0"/>
              <a:t>Add footer here</a:t>
            </a:r>
          </a:p>
        </p:txBody>
      </p:sp>
      <p:sp>
        <p:nvSpPr>
          <p:cNvPr id="8" name="Slide Number Placeholder 5">
            <a:extLst>
              <a:ext uri="{FF2B5EF4-FFF2-40B4-BE49-F238E27FC236}">
                <a16:creationId xmlns:a16="http://schemas.microsoft.com/office/drawing/2014/main" id="{6A722167-2F12-D034-503E-17517FE09CED}"/>
              </a:ext>
            </a:extLst>
          </p:cNvPr>
          <p:cNvSpPr>
            <a:spLocks noGrp="1"/>
          </p:cNvSpPr>
          <p:nvPr>
            <p:ph type="sldNum" sz="quarter" idx="12"/>
          </p:nvPr>
        </p:nvSpPr>
        <p:spPr>
          <a:xfrm>
            <a:off x="8767469" y="6183501"/>
            <a:ext cx="2593316" cy="365125"/>
          </a:xfrm>
        </p:spPr>
        <p:txBody>
          <a:bodyPr lIns="0" tIns="0" rIns="0"/>
          <a:lstStyle>
            <a:lvl1pPr>
              <a:defRPr sz="1000" cap="all" baseline="0"/>
            </a:lvl1pPr>
          </a:lstStyle>
          <a:p>
            <a:r>
              <a:rPr lang="en-US" dirty="0"/>
              <a:t>Page 0</a:t>
            </a:r>
            <a:fld id="{F4D6F5BC-20F0-430F-85EA-3DE30F119EFB}" type="slidenum">
              <a:rPr lang="en-US" smtClean="0"/>
              <a:pPr/>
              <a:t>‹#›</a:t>
            </a:fld>
            <a:endParaRPr lang="en-US" dirty="0"/>
          </a:p>
        </p:txBody>
      </p:sp>
      <p:pic>
        <p:nvPicPr>
          <p:cNvPr id="9" name="Graphic 8" descr="Circle with left arrow with solid fill">
            <a:hlinkClick r:id="rId2"/>
            <a:extLst>
              <a:ext uri="{FF2B5EF4-FFF2-40B4-BE49-F238E27FC236}">
                <a16:creationId xmlns:a16="http://schemas.microsoft.com/office/drawing/2014/main" id="{D888B852-56B6-C839-5CBD-590D6856CFF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a:off x="5192428" y="2103070"/>
            <a:ext cx="830997" cy="830997"/>
          </a:xfrm>
          <a:prstGeom prst="rect">
            <a:avLst/>
          </a:prstGeom>
        </p:spPr>
      </p:pic>
    </p:spTree>
    <p:extLst>
      <p:ext uri="{BB962C8B-B14F-4D97-AF65-F5344CB8AC3E}">
        <p14:creationId xmlns:p14="http://schemas.microsoft.com/office/powerpoint/2010/main" val="2372645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2A44999A-DAD5-F853-1F66-4F4611931B3A}"/>
              </a:ext>
            </a:extLst>
          </p:cNvPr>
          <p:cNvSpPr>
            <a:spLocks noGrp="1"/>
          </p:cNvSpPr>
          <p:nvPr>
            <p:ph type="ftr" sz="quarter" idx="11"/>
          </p:nvPr>
        </p:nvSpPr>
        <p:spPr>
          <a:xfrm>
            <a:off x="767865" y="6183501"/>
            <a:ext cx="3161040" cy="365125"/>
          </a:xfrm>
        </p:spPr>
        <p:txBody>
          <a:bodyPr/>
          <a:lstStyle>
            <a:lvl1pPr algn="l">
              <a:defRPr sz="1000" cap="all" baseline="0"/>
            </a:lvl1pPr>
          </a:lstStyle>
          <a:p>
            <a:r>
              <a:rPr lang="en-US" dirty="0"/>
              <a:t>Add footer here</a:t>
            </a:r>
          </a:p>
        </p:txBody>
      </p:sp>
      <p:sp>
        <p:nvSpPr>
          <p:cNvPr id="9" name="Slide Number Placeholder 5">
            <a:extLst>
              <a:ext uri="{FF2B5EF4-FFF2-40B4-BE49-F238E27FC236}">
                <a16:creationId xmlns:a16="http://schemas.microsoft.com/office/drawing/2014/main" id="{A6A5DA8F-E966-3396-E829-59C248D67FBB}"/>
              </a:ext>
            </a:extLst>
          </p:cNvPr>
          <p:cNvSpPr>
            <a:spLocks noGrp="1"/>
          </p:cNvSpPr>
          <p:nvPr>
            <p:ph type="sldNum" sz="quarter" idx="12"/>
          </p:nvPr>
        </p:nvSpPr>
        <p:spPr>
          <a:xfrm>
            <a:off x="8767469" y="6183501"/>
            <a:ext cx="2593316" cy="365125"/>
          </a:xfrm>
        </p:spPr>
        <p:txBody>
          <a:bodyPr lIns="0" tIns="0" rIns="0"/>
          <a:lstStyle>
            <a:lvl1pPr>
              <a:defRPr sz="1000" cap="all" baseline="0"/>
            </a:lvl1pPr>
          </a:lstStyle>
          <a:p>
            <a:r>
              <a:rPr lang="en-US" dirty="0"/>
              <a:t>Page 0</a:t>
            </a:r>
            <a:fld id="{F4D6F5BC-20F0-430F-85EA-3DE30F119EFB}" type="slidenum">
              <a:rPr lang="en-US" smtClean="0"/>
              <a:pPr/>
              <a:t>‹#›</a:t>
            </a:fld>
            <a:endParaRPr lang="en-US" dirty="0"/>
          </a:p>
        </p:txBody>
      </p:sp>
    </p:spTree>
    <p:extLst>
      <p:ext uri="{BB962C8B-B14F-4D97-AF65-F5344CB8AC3E}">
        <p14:creationId xmlns:p14="http://schemas.microsoft.com/office/powerpoint/2010/main" val="2952195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33000">
              <a:schemeClr val="accent5">
                <a:lumMod val="50000"/>
              </a:schemeClr>
            </a:gs>
            <a:gs pos="100000">
              <a:schemeClr val="accent5"/>
            </a:gs>
          </a:gsLst>
          <a:lin ang="18900000" scaled="1"/>
          <a:tileRect/>
        </a:gradFill>
        <a:effectLst/>
      </p:bgPr>
    </p:bg>
    <p:spTree>
      <p:nvGrpSpPr>
        <p:cNvPr id="1" name=""/>
        <p:cNvGrpSpPr/>
        <p:nvPr/>
      </p:nvGrpSpPr>
      <p:grpSpPr>
        <a:xfrm>
          <a:off x="0" y="0"/>
          <a:ext cx="0" cy="0"/>
          <a:chOff x="0" y="0"/>
          <a:chExt cx="0" cy="0"/>
        </a:xfrm>
      </p:grpSpPr>
      <p:pic>
        <p:nvPicPr>
          <p:cNvPr id="7" name="Picture 6" descr="A picture containing colorfulness, purple, magenta, violet&#10;&#10;Description automatically generated">
            <a:extLst>
              <a:ext uri="{FF2B5EF4-FFF2-40B4-BE49-F238E27FC236}">
                <a16:creationId xmlns:a16="http://schemas.microsoft.com/office/drawing/2014/main" id="{21C67B27-3DCB-A612-1630-DEAAA09B8635}"/>
              </a:ext>
            </a:extLst>
          </p:cNvPr>
          <p:cNvPicPr>
            <a:picLocks noChangeAspect="1"/>
          </p:cNvPicPr>
          <p:nvPr userDrawn="1"/>
        </p:nvPicPr>
        <p:blipFill rotWithShape="1">
          <a:blip r:embed="rId11" cstate="screen">
            <a:alphaModFix amt="20000"/>
            <a:extLst>
              <a:ext uri="{BEBA8EAE-BF5A-486C-A8C5-ECC9F3942E4B}">
                <a14:imgProps xmlns:a14="http://schemas.microsoft.com/office/drawing/2010/main">
                  <a14:imgLayer r:embed="rId12">
                    <a14:imgEffect>
                      <a14:colorTemperature colorTemp="4700"/>
                    </a14:imgEffect>
                    <a14:imgEffect>
                      <a14:saturation sat="400000"/>
                    </a14:imgEffect>
                    <a14:imgEffect>
                      <a14:brightnessContrast bright="40000" contrast="40000"/>
                    </a14:imgEffect>
                  </a14:imgLayer>
                </a14:imgProps>
              </a:ex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2" name="Title Placeholder 1">
            <a:extLst>
              <a:ext uri="{FF2B5EF4-FFF2-40B4-BE49-F238E27FC236}">
                <a16:creationId xmlns:a16="http://schemas.microsoft.com/office/drawing/2014/main" id="{4FE9871A-9A2C-2E6F-0221-5C00575ED4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0B15982-9619-48E7-255C-DAB69168FE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20CA30-D605-A6EE-40D5-0F18CC14B6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solidFill>
              </a:defRPr>
            </a:lvl1pPr>
          </a:lstStyle>
          <a:p>
            <a:fld id="{D7005CC9-ACBC-4F41-893C-06CDEFA85144}" type="datetimeFigureOut">
              <a:rPr lang="en-US" smtClean="0"/>
              <a:pPr/>
              <a:t>4/17/2024</a:t>
            </a:fld>
            <a:endParaRPr lang="en-US" dirty="0"/>
          </a:p>
        </p:txBody>
      </p:sp>
      <p:sp>
        <p:nvSpPr>
          <p:cNvPr id="5" name="Footer Placeholder 4">
            <a:extLst>
              <a:ext uri="{FF2B5EF4-FFF2-40B4-BE49-F238E27FC236}">
                <a16:creationId xmlns:a16="http://schemas.microsoft.com/office/drawing/2014/main" id="{EABEE9BE-1334-B164-BD91-65446700A8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cap="all" baseline="0">
                <a:solidFill>
                  <a:schemeClr val="bg1"/>
                </a:solidFill>
              </a:defRPr>
            </a:lvl1pPr>
          </a:lstStyle>
          <a:p>
            <a:r>
              <a:rPr lang="en-US" dirty="0"/>
              <a:t>Add footer here</a:t>
            </a:r>
          </a:p>
        </p:txBody>
      </p:sp>
      <p:sp>
        <p:nvSpPr>
          <p:cNvPr id="6" name="Slide Number Placeholder 5">
            <a:extLst>
              <a:ext uri="{FF2B5EF4-FFF2-40B4-BE49-F238E27FC236}">
                <a16:creationId xmlns:a16="http://schemas.microsoft.com/office/drawing/2014/main" id="{C4121F1D-6897-D2A8-3BF8-B5672CDFF4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F4D6F5BC-20F0-430F-85EA-3DE30F119EFB}" type="slidenum">
              <a:rPr lang="en-US" smtClean="0"/>
              <a:pPr/>
              <a:t>‹#›</a:t>
            </a:fld>
            <a:endParaRPr lang="en-US" dirty="0"/>
          </a:p>
        </p:txBody>
      </p:sp>
    </p:spTree>
    <p:extLst>
      <p:ext uri="{BB962C8B-B14F-4D97-AF65-F5344CB8AC3E}">
        <p14:creationId xmlns:p14="http://schemas.microsoft.com/office/powerpoint/2010/main" val="4276033770"/>
      </p:ext>
    </p:extLst>
  </p:cSld>
  <p:clrMap bg1="lt1" tx1="dk1" bg2="lt2" tx2="dk2" accent1="accent1" accent2="accent2" accent3="accent3" accent4="accent4" accent5="accent5" accent6="accent6" hlink="hlink" folHlink="folHlink"/>
  <p:sldLayoutIdLst>
    <p:sldLayoutId id="2147484515" r:id="rId1"/>
    <p:sldLayoutId id="2147484516" r:id="rId2"/>
    <p:sldLayoutId id="2147484517" r:id="rId3"/>
    <p:sldLayoutId id="2147484518" r:id="rId4"/>
    <p:sldLayoutId id="2147484519" r:id="rId5"/>
    <p:sldLayoutId id="2147484520" r:id="rId6"/>
    <p:sldLayoutId id="2147484521" r:id="rId7"/>
    <p:sldLayoutId id="2147484522" r:id="rId8"/>
    <p:sldLayoutId id="2147484510" r:id="rId9"/>
  </p:sldLayoutIdLst>
  <p:txStyles>
    <p:titleStyle>
      <a:lvl1pPr algn="l" defTabSz="914400" rtl="0" eaLnBrk="1" latinLnBrk="0" hangingPunct="1">
        <a:lnSpc>
          <a:spcPct val="90000"/>
        </a:lnSpc>
        <a:spcBef>
          <a:spcPct val="0"/>
        </a:spcBef>
        <a:buNone/>
        <a:defRPr sz="4400" kern="1200" cap="all" baseline="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redirect?event=video_description&amp;redir_token=QUFFLUhqbjA5bmtLMHU3QjJyaHdKX2RoMEJ1RkFZYXprQXxBQ3Jtc0tuVXk3TzVrU2lLRzROWEpGTHZ6NS1iYlNDWTRhTVlyRGFabmRBVHlIWEpJTHlDdXh2QWM2WUc4bV8wbExMLVFKeEc4MWpaQVJMdGVHT2I4RWpnNDlScE85RHFTVEZNeEVPbmtjQmxYdW5pUFkzeUc5bw&amp;q=https%3A%2F%2Fgithub.com%2FChainlit%2Fchainlit&amp;v=kXuHxI5ZcG0" TargetMode="External"/><Relationship Id="rId2" Type="http://schemas.openxmlformats.org/officeDocument/2006/relationships/hyperlink" Target="https://www.youtube.com/redirect?event=video_description&amp;redir_token=QUFFLUhqa21LWXNKemNDMVFkM3p4SmhxWnZrX04zZFpUZ3xBQ3Jtc0ttUDM1aHNvQUpablZkSEZXSDF5Z1k5UVRZeDdDTEo2SEtKQjl1Q0pOYVlLdEE3OXhMWFA5YXlRLU9ndFptOTBQZzN2Um02ajNtQ0VVTkFpa28yUWZUdFZNeUlsMWI4b3BMcDRBbHN0NmU3QlFHRDNsdw&amp;q=https%3A%2F%2Fhuggingface.co%2FTheBloke%2FLlama-2-7B-Chat-GGML%2Fblob%2Fmain%2Fllama-2-7b-chat.ggmlv3.q8_0.bin&amp;v=kXuHxI5ZcG0" TargetMode="External"/><Relationship Id="rId1" Type="http://schemas.openxmlformats.org/officeDocument/2006/relationships/slideLayout" Target="../slideLayouts/slideLayout8.xml"/><Relationship Id="rId5" Type="http://schemas.openxmlformats.org/officeDocument/2006/relationships/hyperlink" Target="https://www.youtube.com/redirect?event=video_description&amp;redir_token=QUFFLUhqa1RSbmh2X3d1VFd4N0ZtOU1uc3M3U2NzcUJXd3xBQ3Jtc0ttM0hDd2R6eXo3X09CN2p2UWpXODMxb212QWpFSE5sV3U2dFM3OTh1QjRKVW5iMkZOVVFELUxpY2Q1Si16cHlzR1pYNFlOaDgyUU0zejdBcTkyY2pkTTctMGVuaXZMejhfMTRtZUQ3NVRMdDRLMzNxTQ&amp;q=https%3A%2F%2Fgithub.com%2Fmarella%2Fctransformers&amp;v=kXuHxI5ZcG0" TargetMode="External"/><Relationship Id="rId4" Type="http://schemas.openxmlformats.org/officeDocument/2006/relationships/hyperlink" Target="https://python.langchain.com/docs/get_started/introduction.html"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5BD28-376C-83FF-3BDA-B0F5DCD0ED0E}"/>
              </a:ext>
            </a:extLst>
          </p:cNvPr>
          <p:cNvSpPr>
            <a:spLocks noGrp="1"/>
          </p:cNvSpPr>
          <p:nvPr>
            <p:ph type="ctrTitle"/>
          </p:nvPr>
        </p:nvSpPr>
        <p:spPr>
          <a:xfrm>
            <a:off x="602544" y="-2663"/>
            <a:ext cx="5148105" cy="2857510"/>
          </a:xfrm>
        </p:spPr>
        <p:txBody>
          <a:bodyPr/>
          <a:lstStyle/>
          <a:p>
            <a:r>
              <a:rPr lang="en-US" dirty="0" err="1"/>
              <a:t>TiTAns</a:t>
            </a:r>
            <a:r>
              <a:rPr lang="en-US" dirty="0"/>
              <a:t> bot</a:t>
            </a:r>
          </a:p>
        </p:txBody>
      </p:sp>
      <p:sp>
        <p:nvSpPr>
          <p:cNvPr id="3" name="Subtitle 2">
            <a:extLst>
              <a:ext uri="{FF2B5EF4-FFF2-40B4-BE49-F238E27FC236}">
                <a16:creationId xmlns:a16="http://schemas.microsoft.com/office/drawing/2014/main" id="{D8BC5B2A-4E07-94EA-3944-3703FF79CDE2}"/>
              </a:ext>
            </a:extLst>
          </p:cNvPr>
          <p:cNvSpPr>
            <a:spLocks noGrp="1"/>
          </p:cNvSpPr>
          <p:nvPr>
            <p:ph type="subTitle" idx="1"/>
          </p:nvPr>
        </p:nvSpPr>
        <p:spPr>
          <a:xfrm>
            <a:off x="713928" y="2856959"/>
            <a:ext cx="5030036" cy="365125"/>
          </a:xfrm>
        </p:spPr>
        <p:txBody>
          <a:bodyPr>
            <a:noAutofit/>
          </a:bodyPr>
          <a:lstStyle/>
          <a:p>
            <a:r>
              <a:rPr lang="en-US" b="0" dirty="0"/>
              <a:t>Streamline class registration hassle-free with Titans Bot</a:t>
            </a:r>
            <a:endParaRPr lang="en-US" dirty="0"/>
          </a:p>
        </p:txBody>
      </p:sp>
      <p:sp>
        <p:nvSpPr>
          <p:cNvPr id="5" name="Picture Placeholder 4"/>
          <p:cNvSpPr>
            <a:spLocks noGrp="1"/>
          </p:cNvSpPr>
          <p:nvPr>
            <p:ph type="pic" sz="quarter" idx="14"/>
          </p:nvPr>
        </p:nvSpPr>
        <p:spPr/>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3150" y="930166"/>
            <a:ext cx="5114925" cy="5203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601503" y="4277938"/>
            <a:ext cx="6811909" cy="2092881"/>
          </a:xfrm>
          <a:prstGeom prst="rect">
            <a:avLst/>
          </a:prstGeom>
          <a:noFill/>
        </p:spPr>
        <p:txBody>
          <a:bodyPr wrap="square" lIns="91440" tIns="45720" rIns="91440" bIns="45720" rtlCol="0" anchor="t">
            <a:spAutoFit/>
          </a:bodyPr>
          <a:lstStyle/>
          <a:p>
            <a:r>
              <a:rPr lang="en-US" sz="2800" dirty="0">
                <a:solidFill>
                  <a:schemeClr val="bg1"/>
                </a:solidFill>
              </a:rPr>
              <a:t> Presented by:</a:t>
            </a:r>
            <a:br>
              <a:rPr lang="en-US" sz="2800" dirty="0">
                <a:solidFill>
                  <a:schemeClr val="bg1"/>
                </a:solidFill>
              </a:rPr>
            </a:br>
            <a:r>
              <a:rPr lang="en-US" sz="2800" dirty="0">
                <a:solidFill>
                  <a:schemeClr val="bg1"/>
                </a:solidFill>
              </a:rPr>
              <a:t> Rajiv Satish          </a:t>
            </a:r>
            <a:br>
              <a:rPr lang="en-US" sz="2800" dirty="0">
                <a:solidFill>
                  <a:schemeClr val="bg1"/>
                </a:solidFill>
              </a:rPr>
            </a:br>
            <a:r>
              <a:rPr lang="en-US" sz="2800" dirty="0">
                <a:solidFill>
                  <a:schemeClr val="bg1"/>
                </a:solidFill>
              </a:rPr>
              <a:t> Ashok Kumar Parihar</a:t>
            </a:r>
            <a:endParaRPr lang="en-US" dirty="0">
              <a:solidFill>
                <a:schemeClr val="bg1"/>
              </a:solidFill>
            </a:endParaRPr>
          </a:p>
          <a:p>
            <a:r>
              <a:rPr lang="en-US" sz="2800" dirty="0">
                <a:solidFill>
                  <a:schemeClr val="bg1"/>
                </a:solidFill>
              </a:rPr>
              <a:t> Parvez Ahamed</a:t>
            </a:r>
          </a:p>
          <a:p>
            <a:endParaRPr lang="en-IN" dirty="0"/>
          </a:p>
        </p:txBody>
      </p:sp>
    </p:spTree>
    <p:extLst>
      <p:ext uri="{BB962C8B-B14F-4D97-AF65-F5344CB8AC3E}">
        <p14:creationId xmlns:p14="http://schemas.microsoft.com/office/powerpoint/2010/main" val="38139541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916D1-6E5B-BA77-8F43-80D0631FB1D9}"/>
              </a:ext>
            </a:extLst>
          </p:cNvPr>
          <p:cNvSpPr>
            <a:spLocks noGrp="1"/>
          </p:cNvSpPr>
          <p:nvPr>
            <p:ph type="ctrTitle"/>
          </p:nvPr>
        </p:nvSpPr>
        <p:spPr>
          <a:xfrm>
            <a:off x="767865" y="440766"/>
            <a:ext cx="10506386" cy="586583"/>
          </a:xfrm>
        </p:spPr>
        <p:txBody>
          <a:bodyPr/>
          <a:lstStyle/>
          <a:p>
            <a:r>
              <a:rPr lang="en-US" dirty="0"/>
              <a:t>Introduction </a:t>
            </a:r>
          </a:p>
        </p:txBody>
      </p:sp>
      <p:sp>
        <p:nvSpPr>
          <p:cNvPr id="44" name="Slide Number Placeholder 43">
            <a:extLst>
              <a:ext uri="{FF2B5EF4-FFF2-40B4-BE49-F238E27FC236}">
                <a16:creationId xmlns:a16="http://schemas.microsoft.com/office/drawing/2014/main" id="{ED2877CA-93DC-27E4-7E88-A3BFD02370DB}"/>
              </a:ext>
            </a:extLst>
          </p:cNvPr>
          <p:cNvSpPr>
            <a:spLocks noGrp="1"/>
          </p:cNvSpPr>
          <p:nvPr>
            <p:ph type="sldNum" sz="quarter" idx="12"/>
          </p:nvPr>
        </p:nvSpPr>
        <p:spPr>
          <a:xfrm>
            <a:off x="8767469" y="6183501"/>
            <a:ext cx="2593316" cy="365125"/>
          </a:xfrm>
        </p:spPr>
        <p:txBody>
          <a:bodyPr/>
          <a:lstStyle/>
          <a:p>
            <a:r>
              <a:rPr lang="en-US" dirty="0"/>
              <a:t>Page 0</a:t>
            </a:r>
            <a:fld id="{F4D6F5BC-20F0-430F-85EA-3DE30F119EFB}" type="slidenum">
              <a:rPr lang="en-US" smtClean="0"/>
              <a:pPr/>
              <a:t>2</a:t>
            </a:fld>
            <a:endParaRPr lang="en-US" dirty="0"/>
          </a:p>
        </p:txBody>
      </p:sp>
      <p:sp>
        <p:nvSpPr>
          <p:cNvPr id="3" name="Text Placeholder 2">
            <a:extLst>
              <a:ext uri="{FF2B5EF4-FFF2-40B4-BE49-F238E27FC236}">
                <a16:creationId xmlns:a16="http://schemas.microsoft.com/office/drawing/2014/main" id="{5C380214-D480-A4DA-83AE-72A2879904E6}"/>
              </a:ext>
            </a:extLst>
          </p:cNvPr>
          <p:cNvSpPr>
            <a:spLocks noGrp="1"/>
          </p:cNvSpPr>
          <p:nvPr>
            <p:ph sz="quarter" idx="14"/>
          </p:nvPr>
        </p:nvSpPr>
        <p:spPr>
          <a:xfrm>
            <a:off x="769582" y="1509505"/>
            <a:ext cx="7306942" cy="5020090"/>
          </a:xfrm>
        </p:spPr>
        <p:txBody>
          <a:bodyPr vert="horz" lIns="91440" tIns="45720" rIns="91440" bIns="45720" rtlCol="0" anchor="t">
            <a:normAutofit/>
          </a:bodyPr>
          <a:lstStyle/>
          <a:p>
            <a:r>
              <a:rPr lang="en-US" sz="2000" dirty="0">
                <a:latin typeface="Calibri"/>
                <a:ea typeface="Calibri"/>
                <a:cs typeface="Calibri"/>
              </a:rPr>
              <a:t>Conversational AI leverages machine learning and natural language processing (NLP) to enable machines to understand and interact with humans in a natural manner. These systems can significantly improve the user interface and user experience across various sectors including education, healthcare, and customer service. The technology has evolved rapidly over the years, from simple rule-based systems to sophisticated models capable of understanding context and emotions. This project focuses on applying conversational AI to streamline the class registration process for engineering students, reducing time and improving accuracy.</a:t>
            </a:r>
            <a:endParaRPr lang="en-IN" sz="2000">
              <a:latin typeface="Calibri"/>
              <a:ea typeface="Calibri"/>
              <a:cs typeface="Calibri"/>
            </a:endParaRPr>
          </a:p>
        </p:txBody>
      </p:sp>
      <p:pic>
        <p:nvPicPr>
          <p:cNvPr id="4" name="Picture 3" descr="AI chip artificial intelligence, future technology innovation">
            <a:extLst>
              <a:ext uri="{FF2B5EF4-FFF2-40B4-BE49-F238E27FC236}">
                <a16:creationId xmlns:a16="http://schemas.microsoft.com/office/drawing/2014/main" id="{83E07746-8D52-658A-5BF7-2CC1B097EDF1}"/>
              </a:ext>
            </a:extLst>
          </p:cNvPr>
          <p:cNvPicPr>
            <a:picLocks noChangeAspect="1"/>
          </p:cNvPicPr>
          <p:nvPr/>
        </p:nvPicPr>
        <p:blipFill>
          <a:blip r:embed="rId2"/>
          <a:stretch>
            <a:fillRect/>
          </a:stretch>
        </p:blipFill>
        <p:spPr>
          <a:xfrm>
            <a:off x="8234597" y="2057400"/>
            <a:ext cx="2743200" cy="2743200"/>
          </a:xfrm>
          <a:prstGeom prst="rect">
            <a:avLst/>
          </a:prstGeom>
        </p:spPr>
      </p:pic>
    </p:spTree>
    <p:extLst>
      <p:ext uri="{BB962C8B-B14F-4D97-AF65-F5344CB8AC3E}">
        <p14:creationId xmlns:p14="http://schemas.microsoft.com/office/powerpoint/2010/main" val="3579907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AB7AEC9E-CD35-42D1-BC0E-9ADB786E4155}"/>
              </a:ext>
            </a:extLst>
          </p:cNvPr>
          <p:cNvSpPr>
            <a:spLocks noGrp="1"/>
          </p:cNvSpPr>
          <p:nvPr>
            <p:ph type="body" sz="quarter" idx="17"/>
          </p:nvPr>
        </p:nvSpPr>
        <p:spPr>
          <a:xfrm>
            <a:off x="4922978" y="1532515"/>
            <a:ext cx="777240" cy="777240"/>
          </a:xfrm>
        </p:spPr>
        <p:txBody>
          <a:bodyPr>
            <a:normAutofit/>
          </a:bodyPr>
          <a:lstStyle/>
          <a:p>
            <a:r>
              <a:rPr lang="en-US" dirty="0"/>
              <a:t>1</a:t>
            </a:r>
          </a:p>
        </p:txBody>
      </p:sp>
      <p:sp>
        <p:nvSpPr>
          <p:cNvPr id="111" name="Text Placeholder 110">
            <a:extLst>
              <a:ext uri="{FF2B5EF4-FFF2-40B4-BE49-F238E27FC236}">
                <a16:creationId xmlns:a16="http://schemas.microsoft.com/office/drawing/2014/main" id="{E98D4F18-5E2F-031D-60BB-4B142E36E32B}"/>
              </a:ext>
            </a:extLst>
          </p:cNvPr>
          <p:cNvSpPr>
            <a:spLocks noGrp="1"/>
          </p:cNvSpPr>
          <p:nvPr>
            <p:ph type="body" sz="quarter" idx="14"/>
          </p:nvPr>
        </p:nvSpPr>
        <p:spPr>
          <a:xfrm>
            <a:off x="6171376" y="1355087"/>
            <a:ext cx="5052635" cy="1132097"/>
          </a:xfrm>
        </p:spPr>
        <p:txBody>
          <a:bodyPr vert="horz" lIns="91440" tIns="45720" rIns="91440" bIns="45720" rtlCol="0" anchor="t">
            <a:noAutofit/>
          </a:bodyPr>
          <a:lstStyle/>
          <a:p>
            <a:r>
              <a:rPr lang="en-US" sz="1800" dirty="0">
                <a:latin typeface="Calibri"/>
                <a:ea typeface="Calibri"/>
                <a:cs typeface="Calibri"/>
              </a:rPr>
              <a:t>Hardware Requirement:</a:t>
            </a:r>
            <a:br>
              <a:rPr lang="en-US" sz="1800" dirty="0">
                <a:latin typeface="Calibri"/>
              </a:rPr>
            </a:br>
            <a:r>
              <a:rPr lang="en-US" sz="1800" dirty="0">
                <a:latin typeface="Calibri"/>
                <a:ea typeface="Calibri"/>
                <a:cs typeface="Calibri"/>
              </a:rPr>
              <a:t>16GB RAM</a:t>
            </a:r>
            <a:br>
              <a:rPr lang="en-US" sz="1800" dirty="0">
                <a:latin typeface="Calibri"/>
              </a:rPr>
            </a:br>
            <a:r>
              <a:rPr lang="en-US" sz="1800" dirty="0">
                <a:latin typeface="Calibri"/>
                <a:ea typeface="Calibri"/>
                <a:cs typeface="Calibri"/>
              </a:rPr>
              <a:t>2GB graphic card</a:t>
            </a:r>
            <a:br>
              <a:rPr lang="en-US" sz="1800" dirty="0">
                <a:latin typeface="Calibri"/>
              </a:rPr>
            </a:br>
            <a:r>
              <a:rPr lang="en-US" sz="1800" dirty="0">
                <a:latin typeface="Calibri"/>
                <a:ea typeface="Calibri"/>
                <a:cs typeface="Calibri"/>
              </a:rPr>
              <a:t>500GB memory </a:t>
            </a:r>
          </a:p>
        </p:txBody>
      </p:sp>
      <p:sp>
        <p:nvSpPr>
          <p:cNvPr id="8" name="Text Placeholder 7">
            <a:extLst>
              <a:ext uri="{FF2B5EF4-FFF2-40B4-BE49-F238E27FC236}">
                <a16:creationId xmlns:a16="http://schemas.microsoft.com/office/drawing/2014/main" id="{BF9B9F52-1D1B-C12E-B4CD-FE05CFE5D17A}"/>
              </a:ext>
            </a:extLst>
          </p:cNvPr>
          <p:cNvSpPr>
            <a:spLocks noGrp="1"/>
          </p:cNvSpPr>
          <p:nvPr>
            <p:ph type="body" sz="quarter" idx="18"/>
          </p:nvPr>
        </p:nvSpPr>
        <p:spPr>
          <a:xfrm>
            <a:off x="4922978" y="4289289"/>
            <a:ext cx="777240" cy="777240"/>
          </a:xfrm>
        </p:spPr>
        <p:txBody>
          <a:bodyPr>
            <a:normAutofit/>
          </a:bodyPr>
          <a:lstStyle/>
          <a:p>
            <a:r>
              <a:rPr lang="en-US" dirty="0"/>
              <a:t>2</a:t>
            </a:r>
          </a:p>
        </p:txBody>
      </p:sp>
      <p:sp>
        <p:nvSpPr>
          <p:cNvPr id="112" name="Text Placeholder 111">
            <a:extLst>
              <a:ext uri="{FF2B5EF4-FFF2-40B4-BE49-F238E27FC236}">
                <a16:creationId xmlns:a16="http://schemas.microsoft.com/office/drawing/2014/main" id="{43AE4C46-DDC1-E4A5-9BB9-D3B96E0DB1DD}"/>
              </a:ext>
            </a:extLst>
          </p:cNvPr>
          <p:cNvSpPr>
            <a:spLocks noGrp="1"/>
          </p:cNvSpPr>
          <p:nvPr>
            <p:ph type="body" sz="quarter" idx="15"/>
          </p:nvPr>
        </p:nvSpPr>
        <p:spPr>
          <a:xfrm>
            <a:off x="6171375" y="4111860"/>
            <a:ext cx="5052635" cy="1132097"/>
          </a:xfrm>
        </p:spPr>
        <p:txBody>
          <a:bodyPr vert="horz" lIns="91440" tIns="45720" rIns="91440" bIns="45720" rtlCol="0" anchor="t">
            <a:noAutofit/>
          </a:bodyPr>
          <a:lstStyle/>
          <a:p>
            <a:r>
              <a:rPr lang="en-US" sz="1800" dirty="0">
                <a:latin typeface="Calibri"/>
                <a:ea typeface="Calibri"/>
                <a:cs typeface="Calibri"/>
              </a:rPr>
              <a:t>Software Requirement:</a:t>
            </a:r>
            <a:br>
              <a:rPr lang="en-US" sz="1800" dirty="0">
                <a:latin typeface="Calibri"/>
              </a:rPr>
            </a:br>
            <a:r>
              <a:rPr lang="en-US" sz="1800" err="1">
                <a:latin typeface="Calibri"/>
                <a:ea typeface="Calibri"/>
                <a:cs typeface="Calibri"/>
              </a:rPr>
              <a:t>chainlit</a:t>
            </a:r>
            <a:endParaRPr lang="en-US" sz="1800">
              <a:latin typeface="Calibri"/>
              <a:ea typeface="Calibri"/>
              <a:cs typeface="Calibri"/>
            </a:endParaRPr>
          </a:p>
          <a:p>
            <a:r>
              <a:rPr lang="en-US" sz="1800" dirty="0">
                <a:latin typeface="Calibri"/>
                <a:ea typeface="Calibri"/>
                <a:cs typeface="Calibri"/>
              </a:rPr>
              <a:t>Visual studio</a:t>
            </a:r>
          </a:p>
          <a:p>
            <a:endParaRPr lang="en-US" dirty="0">
              <a:latin typeface="Calibri"/>
              <a:ea typeface="Calibri"/>
              <a:cs typeface="Calibri"/>
            </a:endParaRPr>
          </a:p>
        </p:txBody>
      </p:sp>
      <p:sp>
        <p:nvSpPr>
          <p:cNvPr id="115" name="Slide Number Placeholder 114">
            <a:extLst>
              <a:ext uri="{FF2B5EF4-FFF2-40B4-BE49-F238E27FC236}">
                <a16:creationId xmlns:a16="http://schemas.microsoft.com/office/drawing/2014/main" id="{CC42DFEC-7500-6BE8-98B9-115C5A76690F}"/>
              </a:ext>
            </a:extLst>
          </p:cNvPr>
          <p:cNvSpPr>
            <a:spLocks noGrp="1"/>
          </p:cNvSpPr>
          <p:nvPr>
            <p:ph type="sldNum" sz="quarter" idx="12"/>
          </p:nvPr>
        </p:nvSpPr>
        <p:spPr>
          <a:xfrm>
            <a:off x="8767469" y="6183501"/>
            <a:ext cx="2593316" cy="365125"/>
          </a:xfrm>
        </p:spPr>
        <p:txBody>
          <a:bodyPr/>
          <a:lstStyle/>
          <a:p>
            <a:r>
              <a:rPr lang="en-US" dirty="0"/>
              <a:t>Page 0</a:t>
            </a:r>
            <a:fld id="{F4D6F5BC-20F0-430F-85EA-3DE30F119EFB}" type="slidenum">
              <a:rPr lang="en-US" smtClean="0"/>
              <a:pPr/>
              <a:t>3</a:t>
            </a:fld>
            <a:endParaRPr lang="en-US" dirty="0"/>
          </a:p>
        </p:txBody>
      </p:sp>
      <p:sp>
        <p:nvSpPr>
          <p:cNvPr id="4" name="Title 3"/>
          <p:cNvSpPr>
            <a:spLocks noGrp="1"/>
          </p:cNvSpPr>
          <p:nvPr>
            <p:ph type="ctrTitle"/>
          </p:nvPr>
        </p:nvSpPr>
        <p:spPr>
          <a:xfrm>
            <a:off x="268193" y="628144"/>
            <a:ext cx="10506386" cy="586583"/>
          </a:xfrm>
        </p:spPr>
        <p:txBody>
          <a:bodyPr/>
          <a:lstStyle/>
          <a:p>
            <a:r>
              <a:rPr lang="en-US" dirty="0"/>
              <a:t>Requirements </a:t>
            </a:r>
            <a:endParaRPr lang="en-IN" dirty="0"/>
          </a:p>
        </p:txBody>
      </p:sp>
    </p:spTree>
    <p:extLst>
      <p:ext uri="{BB962C8B-B14F-4D97-AF65-F5344CB8AC3E}">
        <p14:creationId xmlns:p14="http://schemas.microsoft.com/office/powerpoint/2010/main" val="1153812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E1A49-8199-ECBA-F9E7-551BEFA74FDA}"/>
              </a:ext>
            </a:extLst>
          </p:cNvPr>
          <p:cNvSpPr>
            <a:spLocks noGrp="1"/>
          </p:cNvSpPr>
          <p:nvPr>
            <p:ph type="ctrTitle"/>
          </p:nvPr>
        </p:nvSpPr>
        <p:spPr>
          <a:xfrm>
            <a:off x="755373" y="628143"/>
            <a:ext cx="10506386" cy="586583"/>
          </a:xfrm>
        </p:spPr>
        <p:txBody>
          <a:bodyPr>
            <a:normAutofit/>
          </a:bodyPr>
          <a:lstStyle/>
          <a:p>
            <a:r>
              <a:rPr lang="en-US" dirty="0"/>
              <a:t>agenda</a:t>
            </a:r>
          </a:p>
        </p:txBody>
      </p:sp>
      <p:sp>
        <p:nvSpPr>
          <p:cNvPr id="3" name="Text Placeholder 2">
            <a:extLst>
              <a:ext uri="{FF2B5EF4-FFF2-40B4-BE49-F238E27FC236}">
                <a16:creationId xmlns:a16="http://schemas.microsoft.com/office/drawing/2014/main" id="{49F2B581-1464-7473-76FB-33CF5B842763}"/>
              </a:ext>
            </a:extLst>
          </p:cNvPr>
          <p:cNvSpPr>
            <a:spLocks noGrp="1"/>
          </p:cNvSpPr>
          <p:nvPr>
            <p:ph sz="quarter" idx="15"/>
          </p:nvPr>
        </p:nvSpPr>
        <p:spPr>
          <a:xfrm>
            <a:off x="1185687" y="1884454"/>
            <a:ext cx="6816220" cy="4666506"/>
          </a:xfrm>
        </p:spPr>
        <p:txBody>
          <a:bodyPr vert="horz" lIns="91440" tIns="45720" rIns="91440" bIns="45720" rtlCol="0" anchor="t">
            <a:normAutofit/>
          </a:bodyPr>
          <a:lstStyle/>
          <a:p>
            <a:r>
              <a:rPr lang="en-US" sz="2000" dirty="0">
                <a:latin typeface="Calibri"/>
                <a:ea typeface="Calibri"/>
                <a:cs typeface="Calibri"/>
              </a:rPr>
              <a:t>“Explore our Conversational AI Chatbot solution designed to streamline college course registration. Learn how we utilize cutting-edge technologies like </a:t>
            </a:r>
            <a:r>
              <a:rPr lang="en-US" sz="2000" err="1">
                <a:latin typeface="Calibri"/>
                <a:ea typeface="Calibri"/>
                <a:cs typeface="Calibri"/>
              </a:rPr>
              <a:t>sentence_transformers</a:t>
            </a:r>
            <a:r>
              <a:rPr lang="en-US" sz="2000" dirty="0">
                <a:latin typeface="Calibri"/>
                <a:ea typeface="Calibri"/>
                <a:cs typeface="Calibri"/>
              </a:rPr>
              <a:t> and </a:t>
            </a:r>
            <a:r>
              <a:rPr lang="en-US" sz="2000" err="1">
                <a:latin typeface="Calibri"/>
                <a:ea typeface="Calibri"/>
                <a:cs typeface="Calibri"/>
              </a:rPr>
              <a:t>chainlit</a:t>
            </a:r>
            <a:r>
              <a:rPr lang="en-US" sz="2000" dirty="0">
                <a:latin typeface="Calibri"/>
                <a:ea typeface="Calibri"/>
                <a:cs typeface="Calibri"/>
              </a:rPr>
              <a:t>, alongside advanced NLP techniques, to enhance precision and user experience. Discover the meticulous development journey and future directions for optimizing efficiency and satisfaction in class enrollment."</a:t>
            </a:r>
          </a:p>
        </p:txBody>
      </p:sp>
      <p:sp>
        <p:nvSpPr>
          <p:cNvPr id="9" name="Slide Number Placeholder 8">
            <a:extLst>
              <a:ext uri="{FF2B5EF4-FFF2-40B4-BE49-F238E27FC236}">
                <a16:creationId xmlns:a16="http://schemas.microsoft.com/office/drawing/2014/main" id="{091DD635-374F-7346-179D-A902DF5C1022}"/>
              </a:ext>
            </a:extLst>
          </p:cNvPr>
          <p:cNvSpPr>
            <a:spLocks noGrp="1"/>
          </p:cNvSpPr>
          <p:nvPr>
            <p:ph type="sldNum" sz="quarter" idx="12"/>
          </p:nvPr>
        </p:nvSpPr>
        <p:spPr>
          <a:xfrm>
            <a:off x="8767469" y="6183501"/>
            <a:ext cx="2593316" cy="365125"/>
          </a:xfrm>
        </p:spPr>
        <p:txBody>
          <a:bodyPr/>
          <a:lstStyle/>
          <a:p>
            <a:r>
              <a:rPr lang="en-US" dirty="0"/>
              <a:t>Page 0</a:t>
            </a:r>
            <a:fld id="{F4D6F5BC-20F0-430F-85EA-3DE30F119EFB}" type="slidenum">
              <a:rPr lang="en-US" smtClean="0"/>
              <a:pPr/>
              <a:t>4</a:t>
            </a:fld>
            <a:endParaRPr lang="en-US" dirty="0"/>
          </a:p>
        </p:txBody>
      </p:sp>
      <p:pic>
        <p:nvPicPr>
          <p:cNvPr id="4" name="Picture 3" descr="Businessman holding pencil at big complete checklist with tick marks">
            <a:extLst>
              <a:ext uri="{FF2B5EF4-FFF2-40B4-BE49-F238E27FC236}">
                <a16:creationId xmlns:a16="http://schemas.microsoft.com/office/drawing/2014/main" id="{577BD7FC-A8CF-8925-5D0C-EECF5ADE345B}"/>
              </a:ext>
            </a:extLst>
          </p:cNvPr>
          <p:cNvPicPr>
            <a:picLocks noChangeAspect="1"/>
          </p:cNvPicPr>
          <p:nvPr/>
        </p:nvPicPr>
        <p:blipFill>
          <a:blip r:embed="rId2"/>
          <a:stretch>
            <a:fillRect/>
          </a:stretch>
        </p:blipFill>
        <p:spPr>
          <a:xfrm>
            <a:off x="8771744" y="2377920"/>
            <a:ext cx="2743200" cy="1827339"/>
          </a:xfrm>
          <a:prstGeom prst="rect">
            <a:avLst/>
          </a:prstGeom>
        </p:spPr>
      </p:pic>
    </p:spTree>
    <p:extLst>
      <p:ext uri="{BB962C8B-B14F-4D97-AF65-F5344CB8AC3E}">
        <p14:creationId xmlns:p14="http://schemas.microsoft.com/office/powerpoint/2010/main" val="1405234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7EE71E21-F825-552E-685A-A16DFD08C1D6}"/>
              </a:ext>
            </a:extLst>
          </p:cNvPr>
          <p:cNvSpPr>
            <a:spLocks noGrp="1"/>
          </p:cNvSpPr>
          <p:nvPr>
            <p:ph type="ctrTitle"/>
          </p:nvPr>
        </p:nvSpPr>
        <p:spPr>
          <a:xfrm>
            <a:off x="767865" y="440766"/>
            <a:ext cx="10506386" cy="586583"/>
          </a:xfrm>
        </p:spPr>
        <p:txBody>
          <a:bodyPr/>
          <a:lstStyle/>
          <a:p>
            <a:r>
              <a:rPr lang="en-US" dirty="0"/>
              <a:t>libraries</a:t>
            </a:r>
          </a:p>
        </p:txBody>
      </p:sp>
      <p:sp>
        <p:nvSpPr>
          <p:cNvPr id="11" name="Text Placeholder 10">
            <a:extLst>
              <a:ext uri="{FF2B5EF4-FFF2-40B4-BE49-F238E27FC236}">
                <a16:creationId xmlns:a16="http://schemas.microsoft.com/office/drawing/2014/main" id="{AA67296C-B54D-C9E0-7D35-C566B558EE88}"/>
              </a:ext>
            </a:extLst>
          </p:cNvPr>
          <p:cNvSpPr>
            <a:spLocks noGrp="1"/>
          </p:cNvSpPr>
          <p:nvPr>
            <p:ph type="body" sz="quarter" idx="13"/>
          </p:nvPr>
        </p:nvSpPr>
        <p:spPr>
          <a:xfrm>
            <a:off x="4408086" y="4238213"/>
            <a:ext cx="2146157" cy="984735"/>
          </a:xfrm>
        </p:spPr>
        <p:txBody>
          <a:bodyPr vert="horz" lIns="91440" tIns="45720" rIns="91440" bIns="45720" rtlCol="0" anchor="t">
            <a:normAutofit/>
          </a:bodyPr>
          <a:lstStyle/>
          <a:p>
            <a:r>
              <a:rPr lang="en-US" sz="1600" cap="all" dirty="0" err="1">
                <a:solidFill>
                  <a:srgbClr val="000000"/>
                </a:solidFill>
              </a:rPr>
              <a:t>pypdf</a:t>
            </a:r>
            <a:endParaRPr lang="en-US" dirty="0" err="1"/>
          </a:p>
        </p:txBody>
      </p:sp>
      <p:sp>
        <p:nvSpPr>
          <p:cNvPr id="15" name="Text Placeholder 14">
            <a:extLst>
              <a:ext uri="{FF2B5EF4-FFF2-40B4-BE49-F238E27FC236}">
                <a16:creationId xmlns:a16="http://schemas.microsoft.com/office/drawing/2014/main" id="{D236FB88-8B4F-3B1A-3D00-E7CAB9D24C64}"/>
              </a:ext>
            </a:extLst>
          </p:cNvPr>
          <p:cNvSpPr>
            <a:spLocks noGrp="1"/>
          </p:cNvSpPr>
          <p:nvPr>
            <p:ph type="body" sz="quarter" idx="17"/>
          </p:nvPr>
        </p:nvSpPr>
        <p:spPr>
          <a:xfrm>
            <a:off x="6681594" y="2783907"/>
            <a:ext cx="2146157" cy="314841"/>
          </a:xfrm>
        </p:spPr>
        <p:txBody>
          <a:bodyPr vert="horz" lIns="91440" tIns="45720" rIns="91440" bIns="45720" rtlCol="0" anchor="t">
            <a:normAutofit lnSpcReduction="10000"/>
          </a:bodyPr>
          <a:lstStyle/>
          <a:p>
            <a:r>
              <a:rPr lang="en-US" b="1" cap="all" dirty="0">
                <a:solidFill>
                  <a:srgbClr val="000000"/>
                </a:solidFill>
              </a:rPr>
              <a:t> CT transformer</a:t>
            </a:r>
          </a:p>
        </p:txBody>
      </p:sp>
      <p:sp>
        <p:nvSpPr>
          <p:cNvPr id="14" name="Text Placeholder 13">
            <a:extLst>
              <a:ext uri="{FF2B5EF4-FFF2-40B4-BE49-F238E27FC236}">
                <a16:creationId xmlns:a16="http://schemas.microsoft.com/office/drawing/2014/main" id="{41EABD9D-673D-C03F-F3E6-FDE21FAC3B30}"/>
              </a:ext>
            </a:extLst>
          </p:cNvPr>
          <p:cNvSpPr>
            <a:spLocks noGrp="1"/>
          </p:cNvSpPr>
          <p:nvPr>
            <p:ph type="body" sz="quarter" idx="16"/>
          </p:nvPr>
        </p:nvSpPr>
        <p:spPr>
          <a:xfrm>
            <a:off x="9069475" y="2616373"/>
            <a:ext cx="1984267" cy="948574"/>
          </a:xfrm>
        </p:spPr>
        <p:txBody>
          <a:bodyPr vert="horz" lIns="91440" tIns="45720" rIns="91440" bIns="45720" rtlCol="0" anchor="t">
            <a:normAutofit/>
          </a:bodyPr>
          <a:lstStyle/>
          <a:p>
            <a:r>
              <a:rPr lang="en-US" sz="1600" cap="all" err="1">
                <a:solidFill>
                  <a:srgbClr val="000000"/>
                </a:solidFill>
              </a:rPr>
              <a:t>langchain</a:t>
            </a:r>
            <a:endParaRPr lang="en-US" sz="1600" cap="all">
              <a:solidFill>
                <a:srgbClr val="000000"/>
              </a:solidFill>
            </a:endParaRPr>
          </a:p>
        </p:txBody>
      </p:sp>
      <p:sp>
        <p:nvSpPr>
          <p:cNvPr id="16" name="Text Placeholder 15">
            <a:extLst>
              <a:ext uri="{FF2B5EF4-FFF2-40B4-BE49-F238E27FC236}">
                <a16:creationId xmlns:a16="http://schemas.microsoft.com/office/drawing/2014/main" id="{63E2E3D1-FC51-66CF-8771-0D5865F64803}"/>
              </a:ext>
            </a:extLst>
          </p:cNvPr>
          <p:cNvSpPr>
            <a:spLocks noGrp="1"/>
          </p:cNvSpPr>
          <p:nvPr>
            <p:ph type="body" sz="quarter" idx="18"/>
          </p:nvPr>
        </p:nvSpPr>
        <p:spPr>
          <a:xfrm>
            <a:off x="6843490" y="3702356"/>
            <a:ext cx="1984267" cy="317712"/>
          </a:xfrm>
        </p:spPr>
        <p:txBody>
          <a:bodyPr vert="horz" lIns="91440" tIns="45720" rIns="91440" bIns="45720" rtlCol="0" anchor="t">
            <a:noAutofit/>
          </a:bodyPr>
          <a:lstStyle/>
          <a:p>
            <a:pPr>
              <a:lnSpc>
                <a:spcPct val="120000"/>
              </a:lnSpc>
            </a:pPr>
            <a:r>
              <a:rPr lang="en-US" sz="1400" b="1" cap="all" dirty="0">
                <a:solidFill>
                  <a:srgbClr val="000000"/>
                </a:solidFill>
              </a:rPr>
              <a:t>SENTENCE TRANSFORMERS​</a:t>
            </a:r>
          </a:p>
        </p:txBody>
      </p:sp>
      <p:sp>
        <p:nvSpPr>
          <p:cNvPr id="13" name="Text Placeholder 12">
            <a:extLst>
              <a:ext uri="{FF2B5EF4-FFF2-40B4-BE49-F238E27FC236}">
                <a16:creationId xmlns:a16="http://schemas.microsoft.com/office/drawing/2014/main" id="{CD9E2FDD-3DAA-E87E-5AFE-C00DD46A99CD}"/>
              </a:ext>
            </a:extLst>
          </p:cNvPr>
          <p:cNvSpPr>
            <a:spLocks noGrp="1"/>
          </p:cNvSpPr>
          <p:nvPr>
            <p:ph type="body" sz="quarter" idx="15"/>
          </p:nvPr>
        </p:nvSpPr>
        <p:spPr>
          <a:xfrm>
            <a:off x="8971447" y="1712736"/>
            <a:ext cx="1984267" cy="896066"/>
          </a:xfrm>
        </p:spPr>
        <p:txBody>
          <a:bodyPr vert="horz" lIns="91440" tIns="45720" rIns="91440" bIns="45720" rtlCol="0" anchor="t">
            <a:normAutofit/>
          </a:bodyPr>
          <a:lstStyle/>
          <a:p>
            <a:r>
              <a:rPr lang="en-US" sz="1600" cap="all" dirty="0" err="1">
                <a:solidFill>
                  <a:srgbClr val="000000"/>
                </a:solidFill>
              </a:rPr>
              <a:t>chainlit</a:t>
            </a:r>
            <a:endParaRPr lang="en-US" dirty="0" err="1"/>
          </a:p>
        </p:txBody>
      </p:sp>
      <p:sp>
        <p:nvSpPr>
          <p:cNvPr id="19" name="Slide Number Placeholder 18">
            <a:extLst>
              <a:ext uri="{FF2B5EF4-FFF2-40B4-BE49-F238E27FC236}">
                <a16:creationId xmlns:a16="http://schemas.microsoft.com/office/drawing/2014/main" id="{088C50D6-EAAD-53D4-AB70-E52B10337528}"/>
              </a:ext>
            </a:extLst>
          </p:cNvPr>
          <p:cNvSpPr>
            <a:spLocks noGrp="1"/>
          </p:cNvSpPr>
          <p:nvPr>
            <p:ph type="sldNum" sz="quarter" idx="12"/>
          </p:nvPr>
        </p:nvSpPr>
        <p:spPr>
          <a:xfrm>
            <a:off x="8767469" y="6183501"/>
            <a:ext cx="2593316" cy="365125"/>
          </a:xfrm>
        </p:spPr>
        <p:txBody>
          <a:bodyPr/>
          <a:lstStyle/>
          <a:p>
            <a:r>
              <a:rPr lang="en-US" b="1" dirty="0"/>
              <a:t>Page 0</a:t>
            </a:r>
            <a:fld id="{F4D6F5BC-20F0-430F-85EA-3DE30F119EFB}" type="slidenum">
              <a:rPr lang="en-US" b="1" smtClean="0"/>
              <a:pPr/>
              <a:t>5</a:t>
            </a:fld>
            <a:endParaRPr lang="en-US" b="1" dirty="0"/>
          </a:p>
        </p:txBody>
      </p:sp>
    </p:spTree>
    <p:extLst>
      <p:ext uri="{BB962C8B-B14F-4D97-AF65-F5344CB8AC3E}">
        <p14:creationId xmlns:p14="http://schemas.microsoft.com/office/powerpoint/2010/main" val="176704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E1A49-8199-ECBA-F9E7-551BEFA74FDA}"/>
              </a:ext>
            </a:extLst>
          </p:cNvPr>
          <p:cNvSpPr>
            <a:spLocks noGrp="1"/>
          </p:cNvSpPr>
          <p:nvPr>
            <p:ph type="ctrTitle"/>
          </p:nvPr>
        </p:nvSpPr>
        <p:spPr>
          <a:xfrm>
            <a:off x="767865" y="440766"/>
            <a:ext cx="10506386" cy="586583"/>
          </a:xfrm>
        </p:spPr>
        <p:txBody>
          <a:bodyPr>
            <a:normAutofit/>
          </a:bodyPr>
          <a:lstStyle/>
          <a:p>
            <a:r>
              <a:rPr lang="en-US" dirty="0">
                <a:ea typeface="+mj-lt"/>
                <a:cs typeface="+mj-lt"/>
              </a:rPr>
              <a:t>IMPLEMENTATION</a:t>
            </a:r>
            <a:endParaRPr lang="en-US" dirty="0"/>
          </a:p>
        </p:txBody>
      </p:sp>
      <p:sp>
        <p:nvSpPr>
          <p:cNvPr id="9" name="Slide Number Placeholder 8">
            <a:extLst>
              <a:ext uri="{FF2B5EF4-FFF2-40B4-BE49-F238E27FC236}">
                <a16:creationId xmlns:a16="http://schemas.microsoft.com/office/drawing/2014/main" id="{091DD635-374F-7346-179D-A902DF5C1022}"/>
              </a:ext>
            </a:extLst>
          </p:cNvPr>
          <p:cNvSpPr>
            <a:spLocks noGrp="1"/>
          </p:cNvSpPr>
          <p:nvPr>
            <p:ph type="sldNum" sz="quarter" idx="12"/>
          </p:nvPr>
        </p:nvSpPr>
        <p:spPr>
          <a:xfrm>
            <a:off x="8767469" y="6183501"/>
            <a:ext cx="2593316" cy="365125"/>
          </a:xfrm>
        </p:spPr>
        <p:txBody>
          <a:bodyPr/>
          <a:lstStyle/>
          <a:p>
            <a:r>
              <a:rPr lang="en-US" dirty="0"/>
              <a:t>Page 0</a:t>
            </a:r>
            <a:fld id="{F4D6F5BC-20F0-430F-85EA-3DE30F119EFB}" type="slidenum">
              <a:rPr lang="en-US" smtClean="0"/>
              <a:pPr/>
              <a:t>6</a:t>
            </a:fld>
            <a:endParaRPr lang="en-US" dirty="0"/>
          </a:p>
        </p:txBody>
      </p:sp>
      <p:pic>
        <p:nvPicPr>
          <p:cNvPr id="6" name="Content Placeholder 5" descr="A computer screen shot of a black screen&#10;&#10;Description automatically generated">
            <a:extLst>
              <a:ext uri="{FF2B5EF4-FFF2-40B4-BE49-F238E27FC236}">
                <a16:creationId xmlns:a16="http://schemas.microsoft.com/office/drawing/2014/main" id="{F9FCC352-0D7F-75CA-3FEE-1A185B3C5784}"/>
              </a:ext>
            </a:extLst>
          </p:cNvPr>
          <p:cNvPicPr>
            <a:picLocks noGrp="1" noChangeAspect="1"/>
          </p:cNvPicPr>
          <p:nvPr>
            <p:ph sz="quarter" idx="15"/>
          </p:nvPr>
        </p:nvPicPr>
        <p:blipFill>
          <a:blip r:embed="rId2"/>
          <a:stretch>
            <a:fillRect/>
          </a:stretch>
        </p:blipFill>
        <p:spPr>
          <a:xfrm>
            <a:off x="6203008" y="1377782"/>
            <a:ext cx="5378174" cy="3450656"/>
          </a:xfrm>
        </p:spPr>
      </p:pic>
      <p:pic>
        <p:nvPicPr>
          <p:cNvPr id="7" name="Picture 6" descr="A computer screen shot of a program&#10;&#10;Description automatically generated">
            <a:extLst>
              <a:ext uri="{FF2B5EF4-FFF2-40B4-BE49-F238E27FC236}">
                <a16:creationId xmlns:a16="http://schemas.microsoft.com/office/drawing/2014/main" id="{6FF48636-3BBE-CAC4-B4F3-9F0C5EA119C6}"/>
              </a:ext>
            </a:extLst>
          </p:cNvPr>
          <p:cNvPicPr>
            <a:picLocks noChangeAspect="1"/>
          </p:cNvPicPr>
          <p:nvPr/>
        </p:nvPicPr>
        <p:blipFill>
          <a:blip r:embed="rId3"/>
          <a:stretch>
            <a:fillRect/>
          </a:stretch>
        </p:blipFill>
        <p:spPr>
          <a:xfrm>
            <a:off x="650899" y="1380543"/>
            <a:ext cx="5345044" cy="3440135"/>
          </a:xfrm>
          <a:prstGeom prst="rect">
            <a:avLst/>
          </a:prstGeom>
        </p:spPr>
      </p:pic>
    </p:spTree>
    <p:extLst>
      <p:ext uri="{BB962C8B-B14F-4D97-AF65-F5344CB8AC3E}">
        <p14:creationId xmlns:p14="http://schemas.microsoft.com/office/powerpoint/2010/main" val="160470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E1A49-8199-ECBA-F9E7-551BEFA74FDA}"/>
              </a:ext>
            </a:extLst>
          </p:cNvPr>
          <p:cNvSpPr>
            <a:spLocks noGrp="1"/>
          </p:cNvSpPr>
          <p:nvPr>
            <p:ph type="ctrTitle"/>
          </p:nvPr>
        </p:nvSpPr>
        <p:spPr>
          <a:xfrm>
            <a:off x="767865" y="440766"/>
            <a:ext cx="10506386" cy="586583"/>
          </a:xfrm>
        </p:spPr>
        <p:txBody>
          <a:bodyPr>
            <a:normAutofit/>
          </a:bodyPr>
          <a:lstStyle/>
          <a:p>
            <a:r>
              <a:rPr lang="en-US" dirty="0"/>
              <a:t>outcome</a:t>
            </a:r>
          </a:p>
        </p:txBody>
      </p:sp>
      <p:pic>
        <p:nvPicPr>
          <p:cNvPr id="4" name="Content Placeholder 3" descr="A screenshot of a computer&#10;&#10;Description automatically generated">
            <a:extLst>
              <a:ext uri="{FF2B5EF4-FFF2-40B4-BE49-F238E27FC236}">
                <a16:creationId xmlns:a16="http://schemas.microsoft.com/office/drawing/2014/main" id="{AD66937A-85FA-40AE-71E8-EB9FE36C9E0C}"/>
              </a:ext>
            </a:extLst>
          </p:cNvPr>
          <p:cNvPicPr>
            <a:picLocks noGrp="1" noChangeAspect="1"/>
          </p:cNvPicPr>
          <p:nvPr>
            <p:ph sz="quarter" idx="15"/>
          </p:nvPr>
        </p:nvPicPr>
        <p:blipFill>
          <a:blip r:embed="rId2"/>
          <a:stretch>
            <a:fillRect/>
          </a:stretch>
        </p:blipFill>
        <p:spPr>
          <a:xfrm>
            <a:off x="968037" y="1708325"/>
            <a:ext cx="9409043" cy="3835620"/>
          </a:xfrm>
        </p:spPr>
      </p:pic>
      <p:sp>
        <p:nvSpPr>
          <p:cNvPr id="9" name="Slide Number Placeholder 8">
            <a:extLst>
              <a:ext uri="{FF2B5EF4-FFF2-40B4-BE49-F238E27FC236}">
                <a16:creationId xmlns:a16="http://schemas.microsoft.com/office/drawing/2014/main" id="{091DD635-374F-7346-179D-A902DF5C1022}"/>
              </a:ext>
            </a:extLst>
          </p:cNvPr>
          <p:cNvSpPr>
            <a:spLocks noGrp="1"/>
          </p:cNvSpPr>
          <p:nvPr>
            <p:ph type="sldNum" sz="quarter" idx="12"/>
          </p:nvPr>
        </p:nvSpPr>
        <p:spPr>
          <a:xfrm>
            <a:off x="8767469" y="6183501"/>
            <a:ext cx="2593316" cy="365125"/>
          </a:xfrm>
        </p:spPr>
        <p:txBody>
          <a:bodyPr/>
          <a:lstStyle/>
          <a:p>
            <a:r>
              <a:rPr lang="en-US" dirty="0"/>
              <a:t>Page 0</a:t>
            </a:r>
            <a:fld id="{F4D6F5BC-20F0-430F-85EA-3DE30F119EFB}" type="slidenum">
              <a:rPr lang="en-US" smtClean="0"/>
              <a:pPr/>
              <a:t>7</a:t>
            </a:fld>
            <a:endParaRPr lang="en-US" dirty="0"/>
          </a:p>
        </p:txBody>
      </p:sp>
    </p:spTree>
    <p:extLst>
      <p:ext uri="{BB962C8B-B14F-4D97-AF65-F5344CB8AC3E}">
        <p14:creationId xmlns:p14="http://schemas.microsoft.com/office/powerpoint/2010/main" val="2558266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E1A49-8199-ECBA-F9E7-551BEFA74FDA}"/>
              </a:ext>
            </a:extLst>
          </p:cNvPr>
          <p:cNvSpPr>
            <a:spLocks noGrp="1"/>
          </p:cNvSpPr>
          <p:nvPr>
            <p:ph type="ctrTitle"/>
          </p:nvPr>
        </p:nvSpPr>
        <p:spPr>
          <a:xfrm>
            <a:off x="767865" y="440766"/>
            <a:ext cx="10506386" cy="586583"/>
          </a:xfrm>
        </p:spPr>
        <p:txBody>
          <a:bodyPr>
            <a:normAutofit/>
          </a:bodyPr>
          <a:lstStyle/>
          <a:p>
            <a:r>
              <a:rPr lang="en-US" dirty="0">
                <a:ea typeface="Batang"/>
              </a:rPr>
              <a:t>Future Work</a:t>
            </a:r>
          </a:p>
        </p:txBody>
      </p:sp>
      <p:sp>
        <p:nvSpPr>
          <p:cNvPr id="9" name="Slide Number Placeholder 8">
            <a:extLst>
              <a:ext uri="{FF2B5EF4-FFF2-40B4-BE49-F238E27FC236}">
                <a16:creationId xmlns:a16="http://schemas.microsoft.com/office/drawing/2014/main" id="{091DD635-374F-7346-179D-A902DF5C1022}"/>
              </a:ext>
            </a:extLst>
          </p:cNvPr>
          <p:cNvSpPr>
            <a:spLocks noGrp="1"/>
          </p:cNvSpPr>
          <p:nvPr>
            <p:ph type="sldNum" sz="quarter" idx="12"/>
          </p:nvPr>
        </p:nvSpPr>
        <p:spPr>
          <a:xfrm>
            <a:off x="8767469" y="6183501"/>
            <a:ext cx="2593316" cy="365125"/>
          </a:xfrm>
        </p:spPr>
        <p:txBody>
          <a:bodyPr/>
          <a:lstStyle/>
          <a:p>
            <a:r>
              <a:rPr lang="en-US" dirty="0"/>
              <a:t>Page 0</a:t>
            </a:r>
            <a:fld id="{F4D6F5BC-20F0-430F-85EA-3DE30F119EFB}" type="slidenum">
              <a:rPr lang="en-US" smtClean="0"/>
              <a:pPr/>
              <a:t>8</a:t>
            </a:fld>
            <a:endParaRPr lang="en-US" dirty="0"/>
          </a:p>
        </p:txBody>
      </p:sp>
      <p:pic>
        <p:nvPicPr>
          <p:cNvPr id="6" name="Content Placeholder 5" descr="Business concept vector illustration of a businessman who running with increase graphic chart to see the imagination future.">
            <a:extLst>
              <a:ext uri="{FF2B5EF4-FFF2-40B4-BE49-F238E27FC236}">
                <a16:creationId xmlns:a16="http://schemas.microsoft.com/office/drawing/2014/main" id="{27396D66-9FE8-5230-02E5-84127E29081F}"/>
              </a:ext>
            </a:extLst>
          </p:cNvPr>
          <p:cNvPicPr>
            <a:picLocks noGrp="1" noChangeAspect="1"/>
          </p:cNvPicPr>
          <p:nvPr>
            <p:ph sz="quarter" idx="15"/>
          </p:nvPr>
        </p:nvPicPr>
        <p:blipFill>
          <a:blip r:embed="rId2"/>
          <a:stretch>
            <a:fillRect/>
          </a:stretch>
        </p:blipFill>
        <p:spPr>
          <a:xfrm>
            <a:off x="3837035" y="1359603"/>
            <a:ext cx="6221421" cy="4145638"/>
          </a:xfrm>
        </p:spPr>
      </p:pic>
    </p:spTree>
    <p:extLst>
      <p:ext uri="{BB962C8B-B14F-4D97-AF65-F5344CB8AC3E}">
        <p14:creationId xmlns:p14="http://schemas.microsoft.com/office/powerpoint/2010/main" val="2836973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FAE86BE-3601-3793-7981-28D3C11E52B5}"/>
              </a:ext>
            </a:extLst>
          </p:cNvPr>
          <p:cNvSpPr>
            <a:spLocks noGrp="1"/>
          </p:cNvSpPr>
          <p:nvPr>
            <p:ph type="body" sz="quarter" idx="13"/>
          </p:nvPr>
        </p:nvSpPr>
        <p:spPr>
          <a:xfrm>
            <a:off x="6786306" y="1712121"/>
            <a:ext cx="4072934" cy="4947910"/>
          </a:xfrm>
        </p:spPr>
        <p:txBody>
          <a:bodyPr vert="horz" lIns="91440" tIns="45720" rIns="91440" bIns="45720" rtlCol="0" anchor="t">
            <a:noAutofit/>
          </a:bodyPr>
          <a:lstStyle/>
          <a:p>
            <a:r>
              <a:rPr lang="en-US" sz="1600" u="none" dirty="0">
                <a:ea typeface="+mn-lt"/>
                <a:cs typeface="+mn-lt"/>
                <a:hlinkClick r:id="rId2"/>
              </a:rPr>
              <a:t>https://huggingface.co/TheBloke/Llama...</a:t>
            </a:r>
            <a:br>
              <a:rPr lang="en-US" sz="1600" u="none" dirty="0">
                <a:ea typeface="+mn-lt"/>
                <a:cs typeface="+mn-lt"/>
              </a:rPr>
            </a:br>
            <a:br>
              <a:rPr lang="en-US" sz="1600" u="none" dirty="0">
                <a:ea typeface="+mn-lt"/>
                <a:cs typeface="+mn-lt"/>
              </a:rPr>
            </a:br>
            <a:br>
              <a:rPr lang="en-US" sz="1600" u="none" dirty="0">
                <a:ea typeface="+mn-lt"/>
                <a:cs typeface="+mn-lt"/>
              </a:rPr>
            </a:br>
            <a:r>
              <a:rPr lang="en-US" sz="1600" u="none" dirty="0">
                <a:ea typeface="+mn-lt"/>
                <a:cs typeface="+mn-lt"/>
                <a:hlinkClick r:id="rId3"/>
              </a:rPr>
              <a:t>https://github.com/Chainlit/chainlit</a:t>
            </a:r>
            <a:br>
              <a:rPr lang="en-US" sz="1600" u="none" dirty="0"/>
            </a:br>
            <a:br>
              <a:rPr lang="en-US" sz="1600" u="none" dirty="0"/>
            </a:br>
            <a:br>
              <a:rPr lang="en-US" sz="1600" u="none" dirty="0"/>
            </a:br>
            <a:r>
              <a:rPr lang="en-US" sz="1600" u="none" dirty="0">
                <a:ea typeface="+mn-lt"/>
                <a:cs typeface="+mn-lt"/>
                <a:hlinkClick r:id="rId4"/>
              </a:rPr>
              <a:t>https://python.langchain.com/docs/get_started/introduction.html</a:t>
            </a:r>
            <a:br>
              <a:rPr lang="en-US" sz="1600" u="none" dirty="0"/>
            </a:br>
            <a:br>
              <a:rPr lang="en-US" sz="1600" u="none" dirty="0"/>
            </a:br>
            <a:br>
              <a:rPr lang="en-US" sz="1600" u="none" dirty="0"/>
            </a:br>
            <a:r>
              <a:rPr lang="en-US" sz="1600" u="none" dirty="0">
                <a:ea typeface="+mn-lt"/>
                <a:cs typeface="+mn-lt"/>
                <a:hlinkClick r:id="rId5"/>
              </a:rPr>
              <a:t>https://github.com/marella/ctransformers</a:t>
            </a:r>
            <a:endParaRPr lang="en-US" sz="1600" u="none" dirty="0"/>
          </a:p>
        </p:txBody>
      </p:sp>
      <p:sp>
        <p:nvSpPr>
          <p:cNvPr id="4" name="Title 1">
            <a:extLst>
              <a:ext uri="{FF2B5EF4-FFF2-40B4-BE49-F238E27FC236}">
                <a16:creationId xmlns:a16="http://schemas.microsoft.com/office/drawing/2014/main" id="{AD7191CB-F46D-85EC-C93A-7CA0D4306D44}"/>
              </a:ext>
            </a:extLst>
          </p:cNvPr>
          <p:cNvSpPr>
            <a:spLocks noGrp="1"/>
          </p:cNvSpPr>
          <p:nvPr>
            <p:ph type="ctrTitle"/>
          </p:nvPr>
        </p:nvSpPr>
        <p:spPr>
          <a:xfrm>
            <a:off x="767865" y="214692"/>
            <a:ext cx="3713700" cy="1245980"/>
          </a:xfrm>
        </p:spPr>
        <p:txBody>
          <a:bodyPr/>
          <a:lstStyle/>
          <a:p>
            <a:pPr lvl="0"/>
            <a:r>
              <a:rPr lang="en-US" dirty="0">
                <a:ea typeface="Batang"/>
              </a:rPr>
              <a:t>References</a:t>
            </a:r>
            <a:endParaRPr lang="en-US" dirty="0"/>
          </a:p>
        </p:txBody>
      </p:sp>
    </p:spTree>
    <p:extLst>
      <p:ext uri="{BB962C8B-B14F-4D97-AF65-F5344CB8AC3E}">
        <p14:creationId xmlns:p14="http://schemas.microsoft.com/office/powerpoint/2010/main" val="2477014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A176260-D493-87E2-A3FE-E67A176ECB8C}"/>
              </a:ext>
            </a:extLst>
          </p:cNvPr>
          <p:cNvSpPr>
            <a:spLocks noGrp="1"/>
          </p:cNvSpPr>
          <p:nvPr>
            <p:ph type="ctrTitle"/>
          </p:nvPr>
        </p:nvSpPr>
        <p:spPr>
          <a:xfrm>
            <a:off x="680422" y="839282"/>
            <a:ext cx="8423109" cy="1245980"/>
          </a:xfrm>
        </p:spPr>
        <p:txBody>
          <a:bodyPr>
            <a:normAutofit/>
          </a:bodyPr>
          <a:lstStyle/>
          <a:p>
            <a:r>
              <a:rPr lang="en-US" sz="6000" b="0" u="sng" dirty="0">
                <a:solidFill>
                  <a:srgbClr val="80CAFF"/>
                </a:solidFill>
                <a:latin typeface="Corbel"/>
              </a:rPr>
              <a:t>Questions</a:t>
            </a:r>
            <a:endParaRPr lang="en-US" sz="6000" b="0">
              <a:solidFill>
                <a:srgbClr val="000000"/>
              </a:solidFill>
              <a:latin typeface="Corbel"/>
            </a:endParaRPr>
          </a:p>
          <a:p>
            <a:endParaRPr lang="en-US" dirty="0">
              <a:ea typeface="Batang"/>
            </a:endParaRPr>
          </a:p>
        </p:txBody>
      </p:sp>
      <p:pic>
        <p:nvPicPr>
          <p:cNvPr id="6" name="Picture 5" descr="Website FAQ section. User help desk, customer support, frequently asked questions. Problem solution, quiz game Confused man cartoon character.">
            <a:extLst>
              <a:ext uri="{FF2B5EF4-FFF2-40B4-BE49-F238E27FC236}">
                <a16:creationId xmlns:a16="http://schemas.microsoft.com/office/drawing/2014/main" id="{B73E8805-E72B-BAAE-0368-E046E0C8D2E3}"/>
              </a:ext>
            </a:extLst>
          </p:cNvPr>
          <p:cNvPicPr>
            <a:picLocks noChangeAspect="1"/>
          </p:cNvPicPr>
          <p:nvPr/>
        </p:nvPicPr>
        <p:blipFill>
          <a:blip r:embed="rId2"/>
          <a:stretch>
            <a:fillRect/>
          </a:stretch>
        </p:blipFill>
        <p:spPr>
          <a:xfrm>
            <a:off x="7734925" y="2057400"/>
            <a:ext cx="2743200" cy="2743200"/>
          </a:xfrm>
          <a:prstGeom prst="rect">
            <a:avLst/>
          </a:prstGeom>
        </p:spPr>
      </p:pic>
    </p:spTree>
    <p:extLst>
      <p:ext uri="{BB962C8B-B14F-4D97-AF65-F5344CB8AC3E}">
        <p14:creationId xmlns:p14="http://schemas.microsoft.com/office/powerpoint/2010/main" val="216619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CB5AE7D-3DB5-20A1-0B34-E9D0B3EB831D}"/>
              </a:ext>
            </a:extLst>
          </p:cNvPr>
          <p:cNvSpPr>
            <a:spLocks noGrp="1"/>
          </p:cNvSpPr>
          <p:nvPr>
            <p:ph type="ctrTitle"/>
          </p:nvPr>
        </p:nvSpPr>
        <p:spPr>
          <a:xfrm>
            <a:off x="767865" y="214692"/>
            <a:ext cx="3713700" cy="1245980"/>
          </a:xfrm>
        </p:spPr>
        <p:txBody>
          <a:bodyPr/>
          <a:lstStyle/>
          <a:p>
            <a:r>
              <a:rPr lang="en-US" dirty="0">
                <a:ea typeface="Batang"/>
              </a:rPr>
              <a:t>Titans BO</a:t>
            </a:r>
            <a:endParaRPr lang="en-US" dirty="0"/>
          </a:p>
        </p:txBody>
      </p:sp>
      <p:sp>
        <p:nvSpPr>
          <p:cNvPr id="7" name="Text Placeholder 6">
            <a:extLst>
              <a:ext uri="{FF2B5EF4-FFF2-40B4-BE49-F238E27FC236}">
                <a16:creationId xmlns:a16="http://schemas.microsoft.com/office/drawing/2014/main" id="{C0D0BCFC-C5AB-58D4-DBF3-AF541E94369D}"/>
              </a:ext>
            </a:extLst>
          </p:cNvPr>
          <p:cNvSpPr>
            <a:spLocks noGrp="1"/>
          </p:cNvSpPr>
          <p:nvPr>
            <p:ph type="body" sz="quarter" idx="13"/>
          </p:nvPr>
        </p:nvSpPr>
        <p:spPr>
          <a:xfrm>
            <a:off x="6406124" y="2059910"/>
            <a:ext cx="4072934" cy="1125419"/>
          </a:xfrm>
        </p:spPr>
        <p:txBody>
          <a:bodyPr vert="horz" lIns="91440" tIns="45720" rIns="91440" bIns="45720" rtlCol="0" anchor="t">
            <a:noAutofit/>
          </a:bodyPr>
          <a:lstStyle/>
          <a:p>
            <a:r>
              <a:rPr lang="en-US" sz="7500" u="none" dirty="0">
                <a:latin typeface="Forte"/>
              </a:rPr>
              <a:t>THANK YOU</a:t>
            </a:r>
          </a:p>
        </p:txBody>
      </p:sp>
    </p:spTree>
    <p:extLst>
      <p:ext uri="{BB962C8B-B14F-4D97-AF65-F5344CB8AC3E}">
        <p14:creationId xmlns:p14="http://schemas.microsoft.com/office/powerpoint/2010/main" val="3524843235"/>
      </p:ext>
    </p:extLst>
  </p:cSld>
  <p:clrMapOvr>
    <a:masterClrMapping/>
  </p:clrMapOvr>
</p:sld>
</file>

<file path=ppt/theme/theme1.xml><?xml version="1.0" encoding="utf-8"?>
<a:theme xmlns:a="http://schemas.openxmlformats.org/drawingml/2006/main" name="Custom">
  <a:themeElements>
    <a:clrScheme name="Custom 18">
      <a:dk1>
        <a:sysClr val="windowText" lastClr="000000"/>
      </a:dk1>
      <a:lt1>
        <a:sysClr val="window" lastClr="FFFFFF"/>
      </a:lt1>
      <a:dk2>
        <a:srgbClr val="44546A"/>
      </a:dk2>
      <a:lt2>
        <a:srgbClr val="E7E6E6"/>
      </a:lt2>
      <a:accent1>
        <a:srgbClr val="4472C4"/>
      </a:accent1>
      <a:accent2>
        <a:srgbClr val="D4D0E9"/>
      </a:accent2>
      <a:accent3>
        <a:srgbClr val="0070C0"/>
      </a:accent3>
      <a:accent4>
        <a:srgbClr val="FFC000"/>
      </a:accent4>
      <a:accent5>
        <a:srgbClr val="362795"/>
      </a:accent5>
      <a:accent6>
        <a:srgbClr val="70AD47"/>
      </a:accent6>
      <a:hlink>
        <a:srgbClr val="85DFFF"/>
      </a:hlink>
      <a:folHlink>
        <a:srgbClr val="00B0F0"/>
      </a:folHlink>
    </a:clrScheme>
    <a:fontScheme name="Custom 61">
      <a:majorFont>
        <a:latin typeface="Batang"/>
        <a:ea typeface=""/>
        <a:cs typeface=""/>
      </a:majorFont>
      <a:minorFont>
        <a:latin typeface="Corbe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175639_Win32_SL_V3" id="{E3BABE8A-5E36-4CEB-8367-07951D61F935}" vid="{CBF2C544-30BB-46F6-928C-1C11FB7997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22B3A36-3019-4E93-B322-5E261AC5876F}">
  <ds:schemaRefs>
    <ds:schemaRef ds:uri="http://schemas.microsoft.com/office/2006/metadata/properties"/>
    <ds:schemaRef ds:uri="71af3243-3dd4-4a8d-8c0d-dd76da1f02a5"/>
    <ds:schemaRef ds:uri="http://www.w3.org/XML/1998/namespace"/>
    <ds:schemaRef ds:uri="http://schemas.openxmlformats.org/package/2006/metadata/core-properties"/>
    <ds:schemaRef ds:uri="http://schemas.microsoft.com/office/2006/documentManagement/types"/>
    <ds:schemaRef ds:uri="http://schemas.microsoft.com/sharepoint/v3"/>
    <ds:schemaRef ds:uri="http://purl.org/dc/dcmitype/"/>
    <ds:schemaRef ds:uri="http://schemas.microsoft.com/office/infopath/2007/PartnerControls"/>
    <ds:schemaRef ds:uri="230e9df3-be65-4c73-a93b-d1236ebd677e"/>
    <ds:schemaRef ds:uri="16c05727-aa75-4e4a-9b5f-8a80a1165891"/>
    <ds:schemaRef ds:uri="http://purl.org/dc/terms/"/>
    <ds:schemaRef ds:uri="http://purl.org/dc/elements/1.1/"/>
  </ds:schemaRefs>
</ds:datastoreItem>
</file>

<file path=customXml/itemProps2.xml><?xml version="1.0" encoding="utf-8"?>
<ds:datastoreItem xmlns:ds="http://schemas.openxmlformats.org/officeDocument/2006/customXml" ds:itemID="{F51C2A15-7366-43A1-B7CD-9C6962E5A876}">
  <ds:schemaRefs>
    <ds:schemaRef ds:uri="http://schemas.microsoft.com/sharepoint/v3/contenttype/forms"/>
  </ds:schemaRefs>
</ds:datastoreItem>
</file>

<file path=customXml/itemProps3.xml><?xml version="1.0" encoding="utf-8"?>
<ds:datastoreItem xmlns:ds="http://schemas.openxmlformats.org/officeDocument/2006/customXml" ds:itemID="{9739EF8B-F994-4519-B48E-10C452FEAD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211</Words>
  <Application>Microsoft Office PowerPoint</Application>
  <PresentationFormat>Widescreen</PresentationFormat>
  <Paragraphs>33</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Custom</vt:lpstr>
      <vt:lpstr>TiTAns bot</vt:lpstr>
      <vt:lpstr>Introduction </vt:lpstr>
      <vt:lpstr>Requirements </vt:lpstr>
      <vt:lpstr>agenda</vt:lpstr>
      <vt:lpstr>libraries</vt:lpstr>
      <vt:lpstr>IMPLEMENTATION</vt:lpstr>
      <vt:lpstr>outcome</vt:lpstr>
      <vt:lpstr>Future Work</vt:lpstr>
      <vt:lpstr>References</vt:lpstr>
      <vt:lpstr>Questions </vt:lpstr>
      <vt:lpstr>Titans BO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TiTAns bot</dc:title>
  <dc:creator/>
  <cp:lastModifiedBy/>
  <cp:revision>168</cp:revision>
  <dcterms:created xsi:type="dcterms:W3CDTF">2023-07-17T18:59:19Z</dcterms:created>
  <dcterms:modified xsi:type="dcterms:W3CDTF">2024-04-17T18:05:25Z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