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omments/modernComment_1158_341FD562.xml" ContentType="application/vnd.ms-powerpoint.comment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Lst>
  <p:notesMasterIdLst>
    <p:notesMasterId r:id="rId24"/>
  </p:notesMasterIdLst>
  <p:sldIdLst>
    <p:sldId id="4436" r:id="rId2"/>
    <p:sldId id="4435" r:id="rId3"/>
    <p:sldId id="4437" r:id="rId4"/>
    <p:sldId id="4439" r:id="rId5"/>
    <p:sldId id="4440" r:id="rId6"/>
    <p:sldId id="4459" r:id="rId7"/>
    <p:sldId id="4460" r:id="rId8"/>
    <p:sldId id="4466" r:id="rId9"/>
    <p:sldId id="4461" r:id="rId10"/>
    <p:sldId id="4467" r:id="rId11"/>
    <p:sldId id="4468" r:id="rId12"/>
    <p:sldId id="4469" r:id="rId13"/>
    <p:sldId id="4445" r:id="rId14"/>
    <p:sldId id="4446" r:id="rId15"/>
    <p:sldId id="4447" r:id="rId16"/>
    <p:sldId id="4452" r:id="rId17"/>
    <p:sldId id="4471" r:id="rId18"/>
    <p:sldId id="4453" r:id="rId19"/>
    <p:sldId id="4472" r:id="rId20"/>
    <p:sldId id="4455" r:id="rId21"/>
    <p:sldId id="4456" r:id="rId22"/>
    <p:sldId id="4465" r:id="rId23"/>
  </p:sldIdLst>
  <p:sldSz cx="2437765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52" pos="7678" userDrawn="1">
          <p15:clr>
            <a:srgbClr val="A4A3A4"/>
          </p15:clr>
        </p15:guide>
        <p15:guide id="53" orient="horz" pos="43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19A66F8-AB50-7973-DCE5-815B687ADEA8}" name="Abhijit Shine" initials="AS" userId="e6fef8295213bcf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06E6E"/>
    <a:srgbClr val="D5B9A4"/>
    <a:srgbClr val="F1F2F1"/>
    <a:srgbClr val="F5F8F9"/>
    <a:srgbClr val="E5EAEF"/>
    <a:srgbClr val="9E0202"/>
    <a:srgbClr val="F1EEF4"/>
    <a:srgbClr val="5693D7"/>
    <a:srgbClr val="BDDB9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839784-B6C8-49D1-B174-75795902A50E}" v="25" dt="2024-12-05T23:19:24.560"/>
    <p1510:client id="{3D29D5A7-4817-214B-491D-63428874E41F}" v="91" dt="2024-12-05T05:21:01.454"/>
    <p1510:client id="{4E5BEF7D-3DF9-D512-D1F1-FE1F38419046}" v="256" dt="2024-12-06T05:23:24.895"/>
    <p1510:client id="{584291CD-F628-464D-8A16-8F8726672421}" v="2" dt="2024-12-05T23:14:12.388"/>
    <p1510:client id="{62CD867D-6BEE-4B60-9E20-A85E77402079}" v="24" dt="2024-12-05T20:48:31.829"/>
    <p1510:client id="{6CC8588F-C148-4AE1-A8DE-E05E0173EC12}" v="84" dt="2024-12-05T23:42:51.246"/>
    <p1510:client id="{774F7762-5675-5396-926B-E050E455155C}" v="47" dt="2024-12-05T23:46:25.948"/>
    <p1510:client id="{80A8F75D-14D1-406F-9580-D0D61C39844F}" v="1438" dt="2024-12-05T16:49:20.753"/>
    <p1510:client id="{9DD52FCA-BB68-D082-2873-4942033F4799}" v="14" dt="2024-12-05T16:45:02.267"/>
    <p1510:client id="{B6BE38CA-686D-7A9A-0F90-28292F03959D}" v="2" dt="2024-12-05T16:41:15.436"/>
    <p1510:client id="{C8F15BCF-55BC-B5B8-F08A-60EC318E9230}" v="2161" dt="2024-12-05T16:43:11.583"/>
    <p1510:client id="{EDFBF63F-85C3-3C6F-04B6-63F9C44FB04D}" v="13" dt="2024-12-05T15:40:51.999"/>
    <p1510:client id="{F21DB28A-C7FD-F81B-6596-82E0575F9743}" v="53" dt="2024-12-06T05:27:08.59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7678"/>
        <p:guide orient="horz" pos="432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mukha Santosh Reddy Kallam" userId="92b29367-1c8a-4e4d-b8ae-50ef92d3fa67" providerId="ADAL" clId="{41DE29C6-C61D-4106-A139-D8F12FC6E2AC}"/>
    <pc:docChg chg="undo custSel modSld">
      <pc:chgData name="Shanmukha Santosh Reddy Kallam" userId="92b29367-1c8a-4e4d-b8ae-50ef92d3fa67" providerId="ADAL" clId="{41DE29C6-C61D-4106-A139-D8F12FC6E2AC}" dt="2024-12-05T18:35:21.484" v="822" actId="21"/>
      <pc:docMkLst>
        <pc:docMk/>
      </pc:docMkLst>
      <pc:sldChg chg="addSp delSp modSp mod delAnim modAnim">
        <pc:chgData name="Shanmukha Santosh Reddy Kallam" userId="92b29367-1c8a-4e4d-b8ae-50ef92d3fa67" providerId="ADAL" clId="{41DE29C6-C61D-4106-A139-D8F12FC6E2AC}" dt="2024-12-05T18:35:21.484" v="822" actId="21"/>
        <pc:sldMkLst>
          <pc:docMk/>
          <pc:sldMk cId="1965414732" sldId="4452"/>
        </pc:sldMkLst>
        <pc:spChg chg="mod">
          <ac:chgData name="Shanmukha Santosh Reddy Kallam" userId="92b29367-1c8a-4e4d-b8ae-50ef92d3fa67" providerId="ADAL" clId="{41DE29C6-C61D-4106-A139-D8F12FC6E2AC}" dt="2024-12-05T16:59:36.739" v="8" actId="20577"/>
          <ac:spMkLst>
            <pc:docMk/>
            <pc:sldMk cId="1965414732" sldId="4452"/>
            <ac:spMk id="2" creationId="{655DE542-46C2-551D-9500-879DE52779AC}"/>
          </ac:spMkLst>
        </pc:spChg>
        <pc:picChg chg="add del mod">
          <ac:chgData name="Shanmukha Santosh Reddy Kallam" userId="92b29367-1c8a-4e4d-b8ae-50ef92d3fa67" providerId="ADAL" clId="{41DE29C6-C61D-4106-A139-D8F12FC6E2AC}" dt="2024-12-05T17:59:50.596" v="813" actId="21"/>
          <ac:picMkLst>
            <pc:docMk/>
            <pc:sldMk cId="1965414732" sldId="4452"/>
            <ac:picMk id="3" creationId="{1673A9E4-2B32-71A0-1902-C2E2E2ED2981}"/>
          </ac:picMkLst>
        </pc:picChg>
        <pc:picChg chg="add del mod">
          <ac:chgData name="Shanmukha Santosh Reddy Kallam" userId="92b29367-1c8a-4e4d-b8ae-50ef92d3fa67" providerId="ADAL" clId="{41DE29C6-C61D-4106-A139-D8F12FC6E2AC}" dt="2024-12-05T18:05:56.522" v="815" actId="21"/>
          <ac:picMkLst>
            <pc:docMk/>
            <pc:sldMk cId="1965414732" sldId="4452"/>
            <ac:picMk id="4" creationId="{F6A95AC8-3481-2CD6-3A51-3813DA1A9F2E}"/>
          </ac:picMkLst>
        </pc:picChg>
        <pc:picChg chg="add del mod">
          <ac:chgData name="Shanmukha Santosh Reddy Kallam" userId="92b29367-1c8a-4e4d-b8ae-50ef92d3fa67" providerId="ADAL" clId="{41DE29C6-C61D-4106-A139-D8F12FC6E2AC}" dt="2024-12-05T18:35:21.484" v="822" actId="21"/>
          <ac:picMkLst>
            <pc:docMk/>
            <pc:sldMk cId="1965414732" sldId="4452"/>
            <ac:picMk id="5" creationId="{8E72314E-3B7F-3679-69A9-381960F4A258}"/>
          </ac:picMkLst>
        </pc:picChg>
      </pc:sldChg>
      <pc:sldChg chg="modSp mod">
        <pc:chgData name="Shanmukha Santosh Reddy Kallam" userId="92b29367-1c8a-4e4d-b8ae-50ef92d3fa67" providerId="ADAL" clId="{41DE29C6-C61D-4106-A139-D8F12FC6E2AC}" dt="2024-12-05T16:58:56.742" v="4" actId="207"/>
        <pc:sldMkLst>
          <pc:docMk/>
          <pc:sldMk cId="3928341120" sldId="4453"/>
        </pc:sldMkLst>
        <pc:spChg chg="mod">
          <ac:chgData name="Shanmukha Santosh Reddy Kallam" userId="92b29367-1c8a-4e4d-b8ae-50ef92d3fa67" providerId="ADAL" clId="{41DE29C6-C61D-4106-A139-D8F12FC6E2AC}" dt="2024-12-05T16:58:56.742" v="4" actId="207"/>
          <ac:spMkLst>
            <pc:docMk/>
            <pc:sldMk cId="3928341120" sldId="4453"/>
            <ac:spMk id="2" creationId="{D6165838-44F3-B5F5-E10B-26637177FBAC}"/>
          </ac:spMkLst>
        </pc:spChg>
      </pc:sldChg>
      <pc:sldChg chg="modSp mod">
        <pc:chgData name="Shanmukha Santosh Reddy Kallam" userId="92b29367-1c8a-4e4d-b8ae-50ef92d3fa67" providerId="ADAL" clId="{41DE29C6-C61D-4106-A139-D8F12FC6E2AC}" dt="2024-12-05T17:54:02.756" v="810" actId="20577"/>
        <pc:sldMkLst>
          <pc:docMk/>
          <pc:sldMk cId="1036884270" sldId="4454"/>
        </pc:sldMkLst>
        <pc:spChg chg="mod">
          <ac:chgData name="Shanmukha Santosh Reddy Kallam" userId="92b29367-1c8a-4e4d-b8ae-50ef92d3fa67" providerId="ADAL" clId="{41DE29C6-C61D-4106-A139-D8F12FC6E2AC}" dt="2024-12-05T17:54:02.756" v="810" actId="20577"/>
          <ac:spMkLst>
            <pc:docMk/>
            <pc:sldMk cId="1036884270" sldId="4454"/>
            <ac:spMk id="2" creationId="{86A5DD0C-4682-1FDC-BB11-64BC82BC1D1B}"/>
          </ac:spMkLst>
        </pc:spChg>
      </pc:sldChg>
    </pc:docChg>
  </pc:docChgLst>
  <pc:docChgLst>
    <pc:chgData name="Guest User" providerId="Windows Live" clId="Web-{F0B60DA8-F799-8A7F-682F-B2C6DE3A377C}"/>
    <pc:docChg chg="modSld">
      <pc:chgData name="Guest User" userId="" providerId="Windows Live" clId="Web-{F0B60DA8-F799-8A7F-682F-B2C6DE3A377C}" dt="2024-12-04T13:11:29.923" v="19" actId="20577"/>
      <pc:docMkLst>
        <pc:docMk/>
      </pc:docMkLst>
      <pc:sldChg chg="modSp">
        <pc:chgData name="Guest User" userId="" providerId="Windows Live" clId="Web-{F0B60DA8-F799-8A7F-682F-B2C6DE3A377C}" dt="2024-12-04T13:11:18.986" v="15" actId="20577"/>
        <pc:sldMkLst>
          <pc:docMk/>
          <pc:sldMk cId="2933947123" sldId="4442"/>
        </pc:sldMkLst>
        <pc:spChg chg="mod">
          <ac:chgData name="Guest User" userId="" providerId="Windows Live" clId="Web-{F0B60DA8-F799-8A7F-682F-B2C6DE3A377C}" dt="2024-12-04T13:11:18.986" v="15" actId="20577"/>
          <ac:spMkLst>
            <pc:docMk/>
            <pc:sldMk cId="2933947123" sldId="4442"/>
            <ac:spMk id="2" creationId="{1489E60D-0C17-E067-1CFF-49A3B0FCC4FD}"/>
          </ac:spMkLst>
        </pc:spChg>
      </pc:sldChg>
      <pc:sldChg chg="modSp">
        <pc:chgData name="Guest User" userId="" providerId="Windows Live" clId="Web-{F0B60DA8-F799-8A7F-682F-B2C6DE3A377C}" dt="2024-12-04T13:11:29.923" v="19" actId="20577"/>
        <pc:sldMkLst>
          <pc:docMk/>
          <pc:sldMk cId="1670108546" sldId="4443"/>
        </pc:sldMkLst>
        <pc:spChg chg="mod">
          <ac:chgData name="Guest User" userId="" providerId="Windows Live" clId="Web-{F0B60DA8-F799-8A7F-682F-B2C6DE3A377C}" dt="2024-12-04T13:11:29.923" v="19" actId="20577"/>
          <ac:spMkLst>
            <pc:docMk/>
            <pc:sldMk cId="1670108546" sldId="4443"/>
            <ac:spMk id="2" creationId="{23FA59AA-FEEC-2C8D-3DFA-3E94DE14DC95}"/>
          </ac:spMkLst>
        </pc:spChg>
      </pc:sldChg>
      <pc:sldChg chg="modSp">
        <pc:chgData name="Guest User" userId="" providerId="Windows Live" clId="Web-{F0B60DA8-F799-8A7F-682F-B2C6DE3A377C}" dt="2024-12-04T13:11:03.173" v="12" actId="20577"/>
        <pc:sldMkLst>
          <pc:docMk/>
          <pc:sldMk cId="3517452513" sldId="4459"/>
        </pc:sldMkLst>
        <pc:spChg chg="mod">
          <ac:chgData name="Guest User" userId="" providerId="Windows Live" clId="Web-{F0B60DA8-F799-8A7F-682F-B2C6DE3A377C}" dt="2024-12-04T13:11:03.173" v="12" actId="20577"/>
          <ac:spMkLst>
            <pc:docMk/>
            <pc:sldMk cId="3517452513" sldId="4459"/>
            <ac:spMk id="3" creationId="{E5785F01-3967-2CDA-5644-EFAA96C6EC35}"/>
          </ac:spMkLst>
        </pc:spChg>
      </pc:sldChg>
    </pc:docChg>
  </pc:docChgLst>
  <pc:docChgLst>
    <pc:chgData name="Vineeth Kumar Baradi" userId="6282cf44-6bf0-4cd4-bdd8-cdb3d19baa5f" providerId="ADAL" clId="{05EA31BC-13B0-4167-8A75-BA9E5D729E17}"/>
    <pc:docChg chg="custSel addSld delSld modSld sldOrd">
      <pc:chgData name="Vineeth Kumar Baradi" userId="6282cf44-6bf0-4cd4-bdd8-cdb3d19baa5f" providerId="ADAL" clId="{05EA31BC-13B0-4167-8A75-BA9E5D729E17}" dt="2024-12-06T03:20:01.128" v="279" actId="2696"/>
      <pc:docMkLst>
        <pc:docMk/>
      </pc:docMkLst>
      <pc:sldChg chg="addSp delSp modSp mod modTransition delAnim modAnim">
        <pc:chgData name="Vineeth Kumar Baradi" userId="6282cf44-6bf0-4cd4-bdd8-cdb3d19baa5f" providerId="ADAL" clId="{05EA31BC-13B0-4167-8A75-BA9E5D729E17}" dt="2024-12-06T02:29:41.257" v="8" actId="478"/>
        <pc:sldMkLst>
          <pc:docMk/>
          <pc:sldMk cId="1366108425" sldId="4436"/>
        </pc:sldMkLst>
        <pc:picChg chg="add del mod">
          <ac:chgData name="Vineeth Kumar Baradi" userId="6282cf44-6bf0-4cd4-bdd8-cdb3d19baa5f" providerId="ADAL" clId="{05EA31BC-13B0-4167-8A75-BA9E5D729E17}" dt="2024-12-06T02:29:41.257" v="8" actId="478"/>
          <ac:picMkLst>
            <pc:docMk/>
            <pc:sldMk cId="1366108425" sldId="4436"/>
            <ac:picMk id="2" creationId="{CF7A397C-2045-78BC-C1BC-90AF8B84C42B}"/>
          </ac:picMkLst>
        </pc:picChg>
      </pc:sldChg>
      <pc:sldChg chg="modSp mod">
        <pc:chgData name="Vineeth Kumar Baradi" userId="6282cf44-6bf0-4cd4-bdd8-cdb3d19baa5f" providerId="ADAL" clId="{05EA31BC-13B0-4167-8A75-BA9E5D729E17}" dt="2024-12-05T17:57:59.457" v="4" actId="20577"/>
        <pc:sldMkLst>
          <pc:docMk/>
          <pc:sldMk cId="195264445" sldId="4439"/>
        </pc:sldMkLst>
        <pc:spChg chg="mod">
          <ac:chgData name="Vineeth Kumar Baradi" userId="6282cf44-6bf0-4cd4-bdd8-cdb3d19baa5f" providerId="ADAL" clId="{05EA31BC-13B0-4167-8A75-BA9E5D729E17}" dt="2024-12-05T17:57:59.457" v="4" actId="20577"/>
          <ac:spMkLst>
            <pc:docMk/>
            <pc:sldMk cId="195264445" sldId="4439"/>
            <ac:spMk id="2" creationId="{1DEBF83D-2C41-7EB2-8C12-9F796E818127}"/>
          </ac:spMkLst>
        </pc:spChg>
      </pc:sldChg>
      <pc:sldChg chg="addSp modSp mod">
        <pc:chgData name="Vineeth Kumar Baradi" userId="6282cf44-6bf0-4cd4-bdd8-cdb3d19baa5f" providerId="ADAL" clId="{05EA31BC-13B0-4167-8A75-BA9E5D729E17}" dt="2024-12-06T02:41:30.217" v="181" actId="1076"/>
        <pc:sldMkLst>
          <pc:docMk/>
          <pc:sldMk cId="1881291225" sldId="4445"/>
        </pc:sldMkLst>
        <pc:spChg chg="mod">
          <ac:chgData name="Vineeth Kumar Baradi" userId="6282cf44-6bf0-4cd4-bdd8-cdb3d19baa5f" providerId="ADAL" clId="{05EA31BC-13B0-4167-8A75-BA9E5D729E17}" dt="2024-12-06T02:41:21.141" v="177" actId="14100"/>
          <ac:spMkLst>
            <pc:docMk/>
            <pc:sldMk cId="1881291225" sldId="4445"/>
            <ac:spMk id="2" creationId="{73322D96-9C5C-3068-AF6B-FF0F1C9B623B}"/>
          </ac:spMkLst>
        </pc:spChg>
        <pc:picChg chg="add mod">
          <ac:chgData name="Vineeth Kumar Baradi" userId="6282cf44-6bf0-4cd4-bdd8-cdb3d19baa5f" providerId="ADAL" clId="{05EA31BC-13B0-4167-8A75-BA9E5D729E17}" dt="2024-12-06T02:41:30.217" v="181" actId="1076"/>
          <ac:picMkLst>
            <pc:docMk/>
            <pc:sldMk cId="1881291225" sldId="4445"/>
            <ac:picMk id="4" creationId="{52377A00-3501-36C2-6BDA-039AFD10FD85}"/>
          </ac:picMkLst>
        </pc:picChg>
      </pc:sldChg>
      <pc:sldChg chg="addSp modSp mod">
        <pc:chgData name="Vineeth Kumar Baradi" userId="6282cf44-6bf0-4cd4-bdd8-cdb3d19baa5f" providerId="ADAL" clId="{05EA31BC-13B0-4167-8A75-BA9E5D729E17}" dt="2024-12-06T02:41:41.566" v="182" actId="1076"/>
        <pc:sldMkLst>
          <pc:docMk/>
          <pc:sldMk cId="626668624" sldId="4446"/>
        </pc:sldMkLst>
        <pc:spChg chg="mod ord">
          <ac:chgData name="Vineeth Kumar Baradi" userId="6282cf44-6bf0-4cd4-bdd8-cdb3d19baa5f" providerId="ADAL" clId="{05EA31BC-13B0-4167-8A75-BA9E5D729E17}" dt="2024-12-06T02:39:54.898" v="140" actId="20577"/>
          <ac:spMkLst>
            <pc:docMk/>
            <pc:sldMk cId="626668624" sldId="4446"/>
            <ac:spMk id="2" creationId="{90DCF00F-4613-06C9-C338-CFB9E0511D65}"/>
          </ac:spMkLst>
        </pc:spChg>
        <pc:spChg chg="add mod">
          <ac:chgData name="Vineeth Kumar Baradi" userId="6282cf44-6bf0-4cd4-bdd8-cdb3d19baa5f" providerId="ADAL" clId="{05EA31BC-13B0-4167-8A75-BA9E5D729E17}" dt="2024-12-06T02:41:09.085" v="175" actId="14100"/>
          <ac:spMkLst>
            <pc:docMk/>
            <pc:sldMk cId="626668624" sldId="4446"/>
            <ac:spMk id="6" creationId="{2F24CD9D-1751-03BC-18D2-769D8FB50334}"/>
          </ac:spMkLst>
        </pc:spChg>
        <pc:picChg chg="add mod">
          <ac:chgData name="Vineeth Kumar Baradi" userId="6282cf44-6bf0-4cd4-bdd8-cdb3d19baa5f" providerId="ADAL" clId="{05EA31BC-13B0-4167-8A75-BA9E5D729E17}" dt="2024-12-06T02:41:41.566" v="182" actId="1076"/>
          <ac:picMkLst>
            <pc:docMk/>
            <pc:sldMk cId="626668624" sldId="4446"/>
            <ac:picMk id="4" creationId="{40972F35-7DEE-0B56-BF9B-60354ADB993F}"/>
          </ac:picMkLst>
        </pc:picChg>
      </pc:sldChg>
      <pc:sldChg chg="addSp delSp modSp mod">
        <pc:chgData name="Vineeth Kumar Baradi" userId="6282cf44-6bf0-4cd4-bdd8-cdb3d19baa5f" providerId="ADAL" clId="{05EA31BC-13B0-4167-8A75-BA9E5D729E17}" dt="2024-12-06T02:50:09.391" v="244" actId="14100"/>
        <pc:sldMkLst>
          <pc:docMk/>
          <pc:sldMk cId="877260652" sldId="4447"/>
        </pc:sldMkLst>
        <pc:spChg chg="del">
          <ac:chgData name="Vineeth Kumar Baradi" userId="6282cf44-6bf0-4cd4-bdd8-cdb3d19baa5f" providerId="ADAL" clId="{05EA31BC-13B0-4167-8A75-BA9E5D729E17}" dt="2024-12-06T02:41:51.207" v="183" actId="478"/>
          <ac:spMkLst>
            <pc:docMk/>
            <pc:sldMk cId="877260652" sldId="4447"/>
            <ac:spMk id="2" creationId="{40D50A8F-4B44-4B69-650B-D8AC7B7D6D11}"/>
          </ac:spMkLst>
        </pc:spChg>
        <pc:picChg chg="add mod">
          <ac:chgData name="Vineeth Kumar Baradi" userId="6282cf44-6bf0-4cd4-bdd8-cdb3d19baa5f" providerId="ADAL" clId="{05EA31BC-13B0-4167-8A75-BA9E5D729E17}" dt="2024-12-06T02:49:59.487" v="243" actId="1076"/>
          <ac:picMkLst>
            <pc:docMk/>
            <pc:sldMk cId="877260652" sldId="4447"/>
            <ac:picMk id="4" creationId="{FCFB7E5C-6175-E07D-B957-271722186207}"/>
          </ac:picMkLst>
        </pc:picChg>
        <pc:picChg chg="add mod">
          <ac:chgData name="Vineeth Kumar Baradi" userId="6282cf44-6bf0-4cd4-bdd8-cdb3d19baa5f" providerId="ADAL" clId="{05EA31BC-13B0-4167-8A75-BA9E5D729E17}" dt="2024-12-06T02:45:46.234" v="206" actId="108"/>
          <ac:picMkLst>
            <pc:docMk/>
            <pc:sldMk cId="877260652" sldId="4447"/>
            <ac:picMk id="6" creationId="{0F873276-6343-D675-EF85-319AB258E15F}"/>
          </ac:picMkLst>
        </pc:picChg>
        <pc:picChg chg="add mod">
          <ac:chgData name="Vineeth Kumar Baradi" userId="6282cf44-6bf0-4cd4-bdd8-cdb3d19baa5f" providerId="ADAL" clId="{05EA31BC-13B0-4167-8A75-BA9E5D729E17}" dt="2024-12-06T02:49:55.327" v="242" actId="1076"/>
          <ac:picMkLst>
            <pc:docMk/>
            <pc:sldMk cId="877260652" sldId="4447"/>
            <ac:picMk id="8" creationId="{CB1E76FC-63CE-D519-2C54-085D0D2AB4D2}"/>
          </ac:picMkLst>
        </pc:picChg>
        <pc:picChg chg="add mod">
          <ac:chgData name="Vineeth Kumar Baradi" userId="6282cf44-6bf0-4cd4-bdd8-cdb3d19baa5f" providerId="ADAL" clId="{05EA31BC-13B0-4167-8A75-BA9E5D729E17}" dt="2024-12-06T02:50:09.391" v="244" actId="14100"/>
          <ac:picMkLst>
            <pc:docMk/>
            <pc:sldMk cId="877260652" sldId="4447"/>
            <ac:picMk id="10" creationId="{ABE3A037-F007-F1C3-224F-312AEEE36E90}"/>
          </ac:picMkLst>
        </pc:picChg>
      </pc:sldChg>
      <pc:sldChg chg="del">
        <pc:chgData name="Vineeth Kumar Baradi" userId="6282cf44-6bf0-4cd4-bdd8-cdb3d19baa5f" providerId="ADAL" clId="{05EA31BC-13B0-4167-8A75-BA9E5D729E17}" dt="2024-12-06T02:46:17.433" v="208" actId="47"/>
        <pc:sldMkLst>
          <pc:docMk/>
          <pc:sldMk cId="716670410" sldId="4448"/>
        </pc:sldMkLst>
      </pc:sldChg>
      <pc:sldChg chg="del">
        <pc:chgData name="Vineeth Kumar Baradi" userId="6282cf44-6bf0-4cd4-bdd8-cdb3d19baa5f" providerId="ADAL" clId="{05EA31BC-13B0-4167-8A75-BA9E5D729E17}" dt="2024-12-06T02:46:21.803" v="209" actId="47"/>
        <pc:sldMkLst>
          <pc:docMk/>
          <pc:sldMk cId="172059285" sldId="4449"/>
        </pc:sldMkLst>
      </pc:sldChg>
      <pc:sldChg chg="del">
        <pc:chgData name="Vineeth Kumar Baradi" userId="6282cf44-6bf0-4cd4-bdd8-cdb3d19baa5f" providerId="ADAL" clId="{05EA31BC-13B0-4167-8A75-BA9E5D729E17}" dt="2024-12-06T02:46:25.579" v="210" actId="47"/>
        <pc:sldMkLst>
          <pc:docMk/>
          <pc:sldMk cId="777748893" sldId="4450"/>
        </pc:sldMkLst>
      </pc:sldChg>
      <pc:sldChg chg="del">
        <pc:chgData name="Vineeth Kumar Baradi" userId="6282cf44-6bf0-4cd4-bdd8-cdb3d19baa5f" providerId="ADAL" clId="{05EA31BC-13B0-4167-8A75-BA9E5D729E17}" dt="2024-12-06T02:46:30.978" v="211" actId="47"/>
        <pc:sldMkLst>
          <pc:docMk/>
          <pc:sldMk cId="4139616429" sldId="4451"/>
        </pc:sldMkLst>
      </pc:sldChg>
      <pc:sldChg chg="modSp mod">
        <pc:chgData name="Vineeth Kumar Baradi" userId="6282cf44-6bf0-4cd4-bdd8-cdb3d19baa5f" providerId="ADAL" clId="{05EA31BC-13B0-4167-8A75-BA9E5D729E17}" dt="2024-12-06T02:57:08.117" v="269" actId="1076"/>
        <pc:sldMkLst>
          <pc:docMk/>
          <pc:sldMk cId="1965414732" sldId="4452"/>
        </pc:sldMkLst>
        <pc:spChg chg="mod">
          <ac:chgData name="Vineeth Kumar Baradi" userId="6282cf44-6bf0-4cd4-bdd8-cdb3d19baa5f" providerId="ADAL" clId="{05EA31BC-13B0-4167-8A75-BA9E5D729E17}" dt="2024-12-06T02:57:08.117" v="269" actId="1076"/>
          <ac:spMkLst>
            <pc:docMk/>
            <pc:sldMk cId="1965414732" sldId="4452"/>
            <ac:spMk id="2" creationId="{655DE542-46C2-551D-9500-879DE52779AC}"/>
          </ac:spMkLst>
        </pc:spChg>
      </pc:sldChg>
      <pc:sldChg chg="addSp delSp modSp mod ord">
        <pc:chgData name="Vineeth Kumar Baradi" userId="6282cf44-6bf0-4cd4-bdd8-cdb3d19baa5f" providerId="ADAL" clId="{05EA31BC-13B0-4167-8A75-BA9E5D729E17}" dt="2024-12-06T03:00:48.263" v="278"/>
        <pc:sldMkLst>
          <pc:docMk/>
          <pc:sldMk cId="3928341120" sldId="4453"/>
        </pc:sldMkLst>
        <pc:spChg chg="mod">
          <ac:chgData name="Vineeth Kumar Baradi" userId="6282cf44-6bf0-4cd4-bdd8-cdb3d19baa5f" providerId="ADAL" clId="{05EA31BC-13B0-4167-8A75-BA9E5D729E17}" dt="2024-12-06T02:57:16.075" v="270" actId="108"/>
          <ac:spMkLst>
            <pc:docMk/>
            <pc:sldMk cId="3928341120" sldId="4453"/>
            <ac:spMk id="2" creationId="{D6165838-44F3-B5F5-E10B-26637177FBAC}"/>
          </ac:spMkLst>
        </pc:spChg>
        <pc:picChg chg="add mod">
          <ac:chgData name="Vineeth Kumar Baradi" userId="6282cf44-6bf0-4cd4-bdd8-cdb3d19baa5f" providerId="ADAL" clId="{05EA31BC-13B0-4167-8A75-BA9E5D729E17}" dt="2024-12-06T02:57:36.360" v="273" actId="108"/>
          <ac:picMkLst>
            <pc:docMk/>
            <pc:sldMk cId="3928341120" sldId="4453"/>
            <ac:picMk id="4" creationId="{CB67ADA6-B207-59FE-D03B-9391DA902969}"/>
          </ac:picMkLst>
        </pc:picChg>
        <pc:picChg chg="add del">
          <ac:chgData name="Vineeth Kumar Baradi" userId="6282cf44-6bf0-4cd4-bdd8-cdb3d19baa5f" providerId="ADAL" clId="{05EA31BC-13B0-4167-8A75-BA9E5D729E17}" dt="2024-12-06T02:55:21.653" v="265" actId="478"/>
          <ac:picMkLst>
            <pc:docMk/>
            <pc:sldMk cId="3928341120" sldId="4453"/>
            <ac:picMk id="6" creationId="{E51480FB-A0CB-D8CD-D747-938F622E6661}"/>
          </ac:picMkLst>
        </pc:picChg>
        <pc:picChg chg="add mod">
          <ac:chgData name="Vineeth Kumar Baradi" userId="6282cf44-6bf0-4cd4-bdd8-cdb3d19baa5f" providerId="ADAL" clId="{05EA31BC-13B0-4167-8A75-BA9E5D729E17}" dt="2024-12-06T02:58:17.560" v="276" actId="14100"/>
          <ac:picMkLst>
            <pc:docMk/>
            <pc:sldMk cId="3928341120" sldId="4453"/>
            <ac:picMk id="8" creationId="{6DFB6878-3867-7094-6DDF-155504B824E0}"/>
          </ac:picMkLst>
        </pc:picChg>
      </pc:sldChg>
      <pc:sldChg chg="delSp mod">
        <pc:chgData name="Vineeth Kumar Baradi" userId="6282cf44-6bf0-4cd4-bdd8-cdb3d19baa5f" providerId="ADAL" clId="{05EA31BC-13B0-4167-8A75-BA9E5D729E17}" dt="2024-12-06T02:49:01.010" v="238" actId="478"/>
        <pc:sldMkLst>
          <pc:docMk/>
          <pc:sldMk cId="1036884270" sldId="4454"/>
        </pc:sldMkLst>
        <pc:spChg chg="del">
          <ac:chgData name="Vineeth Kumar Baradi" userId="6282cf44-6bf0-4cd4-bdd8-cdb3d19baa5f" providerId="ADAL" clId="{05EA31BC-13B0-4167-8A75-BA9E5D729E17}" dt="2024-12-06T02:49:01.010" v="238" actId="478"/>
          <ac:spMkLst>
            <pc:docMk/>
            <pc:sldMk cId="1036884270" sldId="4454"/>
            <ac:spMk id="3" creationId="{D9B601DA-25F6-C224-7A7D-D14B0883DF2D}"/>
          </ac:spMkLst>
        </pc:spChg>
      </pc:sldChg>
      <pc:sldChg chg="delSp mod">
        <pc:chgData name="Vineeth Kumar Baradi" userId="6282cf44-6bf0-4cd4-bdd8-cdb3d19baa5f" providerId="ADAL" clId="{05EA31BC-13B0-4167-8A75-BA9E5D729E17}" dt="2024-12-06T02:49:12.471" v="239" actId="478"/>
        <pc:sldMkLst>
          <pc:docMk/>
          <pc:sldMk cId="3360008051" sldId="4455"/>
        </pc:sldMkLst>
        <pc:spChg chg="del">
          <ac:chgData name="Vineeth Kumar Baradi" userId="6282cf44-6bf0-4cd4-bdd8-cdb3d19baa5f" providerId="ADAL" clId="{05EA31BC-13B0-4167-8A75-BA9E5D729E17}" dt="2024-12-06T02:49:12.471" v="239" actId="478"/>
          <ac:spMkLst>
            <pc:docMk/>
            <pc:sldMk cId="3360008051" sldId="4455"/>
            <ac:spMk id="6" creationId="{830D636C-C43D-AD37-C4AC-C362CFD0FDEA}"/>
          </ac:spMkLst>
        </pc:spChg>
      </pc:sldChg>
      <pc:sldChg chg="del">
        <pc:chgData name="Vineeth Kumar Baradi" userId="6282cf44-6bf0-4cd4-bdd8-cdb3d19baa5f" providerId="ADAL" clId="{05EA31BC-13B0-4167-8A75-BA9E5D729E17}" dt="2024-12-06T02:48:02.223" v="212" actId="2696"/>
        <pc:sldMkLst>
          <pc:docMk/>
          <pc:sldMk cId="4023840473" sldId="4458"/>
        </pc:sldMkLst>
      </pc:sldChg>
      <pc:sldChg chg="modSp mod">
        <pc:chgData name="Vineeth Kumar Baradi" userId="6282cf44-6bf0-4cd4-bdd8-cdb3d19baa5f" providerId="ADAL" clId="{05EA31BC-13B0-4167-8A75-BA9E5D729E17}" dt="2024-12-06T02:48:43.748" v="237" actId="20577"/>
        <pc:sldMkLst>
          <pc:docMk/>
          <pc:sldMk cId="2179799810" sldId="4465"/>
        </pc:sldMkLst>
        <pc:spChg chg="mod">
          <ac:chgData name="Vineeth Kumar Baradi" userId="6282cf44-6bf0-4cd4-bdd8-cdb3d19baa5f" providerId="ADAL" clId="{05EA31BC-13B0-4167-8A75-BA9E5D729E17}" dt="2024-12-06T02:48:43.748" v="237" actId="20577"/>
          <ac:spMkLst>
            <pc:docMk/>
            <pc:sldMk cId="2179799810" sldId="4465"/>
            <ac:spMk id="5" creationId="{1CCBB9DB-399A-CD39-E202-620FD3FD72C1}"/>
          </ac:spMkLst>
        </pc:spChg>
      </pc:sldChg>
      <pc:sldChg chg="addSp modSp new mod">
        <pc:chgData name="Vineeth Kumar Baradi" userId="6282cf44-6bf0-4cd4-bdd8-cdb3d19baa5f" providerId="ADAL" clId="{05EA31BC-13B0-4167-8A75-BA9E5D729E17}" dt="2024-12-06T02:54:10.350" v="260" actId="14100"/>
        <pc:sldMkLst>
          <pc:docMk/>
          <pc:sldMk cId="407336123" sldId="4470"/>
        </pc:sldMkLst>
        <pc:spChg chg="add mod">
          <ac:chgData name="Vineeth Kumar Baradi" userId="6282cf44-6bf0-4cd4-bdd8-cdb3d19baa5f" providerId="ADAL" clId="{05EA31BC-13B0-4167-8A75-BA9E5D729E17}" dt="2024-12-06T02:54:10.350" v="260" actId="14100"/>
          <ac:spMkLst>
            <pc:docMk/>
            <pc:sldMk cId="407336123" sldId="4470"/>
            <ac:spMk id="3" creationId="{F7CC52F9-DC8F-C0CA-9891-EE0B8FC25CAC}"/>
          </ac:spMkLst>
        </pc:spChg>
      </pc:sldChg>
      <pc:sldChg chg="del">
        <pc:chgData name="Vineeth Kumar Baradi" userId="6282cf44-6bf0-4cd4-bdd8-cdb3d19baa5f" providerId="ADAL" clId="{05EA31BC-13B0-4167-8A75-BA9E5D729E17}" dt="2024-12-06T03:20:01.128" v="279" actId="2696"/>
        <pc:sldMkLst>
          <pc:docMk/>
          <pc:sldMk cId="1654895439" sldId="4470"/>
        </pc:sldMkLst>
      </pc:sldChg>
    </pc:docChg>
  </pc:docChgLst>
  <pc:docChgLst>
    <pc:chgData name="Baskaran Palanisamy" userId="S::bpalani@udmercy.edu::2a319706-4ac5-46c5-8203-0c5f5ee7ff45" providerId="AD" clId="Web-{774F7762-5675-5396-926B-E050E455155C}"/>
    <pc:docChg chg="modSld">
      <pc:chgData name="Baskaran Palanisamy" userId="S::bpalani@udmercy.edu::2a319706-4ac5-46c5-8203-0c5f5ee7ff45" providerId="AD" clId="Web-{774F7762-5675-5396-926B-E050E455155C}" dt="2024-12-05T23:46:25.948" v="37" actId="14100"/>
      <pc:docMkLst>
        <pc:docMk/>
      </pc:docMkLst>
      <pc:sldChg chg="addSp delSp modSp">
        <pc:chgData name="Baskaran Palanisamy" userId="S::bpalani@udmercy.edu::2a319706-4ac5-46c5-8203-0c5f5ee7ff45" providerId="AD" clId="Web-{774F7762-5675-5396-926B-E050E455155C}" dt="2024-12-05T23:44:41.402" v="20" actId="20577"/>
        <pc:sldMkLst>
          <pc:docMk/>
          <pc:sldMk cId="2914266993" sldId="4460"/>
        </pc:sldMkLst>
        <pc:spChg chg="add mod">
          <ac:chgData name="Baskaran Palanisamy" userId="S::bpalani@udmercy.edu::2a319706-4ac5-46c5-8203-0c5f5ee7ff45" providerId="AD" clId="Web-{774F7762-5675-5396-926B-E050E455155C}" dt="2024-12-05T23:44:41.402" v="20" actId="20577"/>
          <ac:spMkLst>
            <pc:docMk/>
            <pc:sldMk cId="2914266993" sldId="4460"/>
            <ac:spMk id="2" creationId="{6E27D2C2-B812-457F-B465-4FF6054F260A}"/>
          </ac:spMkLst>
        </pc:spChg>
        <pc:spChg chg="del mod">
          <ac:chgData name="Baskaran Palanisamy" userId="S::bpalani@udmercy.edu::2a319706-4ac5-46c5-8203-0c5f5ee7ff45" providerId="AD" clId="Web-{774F7762-5675-5396-926B-E050E455155C}" dt="2024-12-05T23:43:53.199" v="2"/>
          <ac:spMkLst>
            <pc:docMk/>
            <pc:sldMk cId="2914266993" sldId="4460"/>
            <ac:spMk id="3" creationId="{5192EB6A-0CE8-1BEC-8C5E-48112AAC7144}"/>
          </ac:spMkLst>
        </pc:spChg>
      </pc:sldChg>
      <pc:sldChg chg="modSp">
        <pc:chgData name="Baskaran Palanisamy" userId="S::bpalani@udmercy.edu::2a319706-4ac5-46c5-8203-0c5f5ee7ff45" providerId="AD" clId="Web-{774F7762-5675-5396-926B-E050E455155C}" dt="2024-12-05T23:45:18.777" v="32" actId="14100"/>
        <pc:sldMkLst>
          <pc:docMk/>
          <pc:sldMk cId="802607059" sldId="4466"/>
        </pc:sldMkLst>
        <pc:spChg chg="mod">
          <ac:chgData name="Baskaran Palanisamy" userId="S::bpalani@udmercy.edu::2a319706-4ac5-46c5-8203-0c5f5ee7ff45" providerId="AD" clId="Web-{774F7762-5675-5396-926B-E050E455155C}" dt="2024-12-05T23:45:18.777" v="32" actId="14100"/>
          <ac:spMkLst>
            <pc:docMk/>
            <pc:sldMk cId="802607059" sldId="4466"/>
            <ac:spMk id="3" creationId="{2E17C520-B82C-E9BB-1A06-C5FD43ED0355}"/>
          </ac:spMkLst>
        </pc:spChg>
      </pc:sldChg>
      <pc:sldChg chg="modSp">
        <pc:chgData name="Baskaran Palanisamy" userId="S::bpalani@udmercy.edu::2a319706-4ac5-46c5-8203-0c5f5ee7ff45" providerId="AD" clId="Web-{774F7762-5675-5396-926B-E050E455155C}" dt="2024-12-05T23:45:44.605" v="33" actId="20577"/>
        <pc:sldMkLst>
          <pc:docMk/>
          <pc:sldMk cId="50939351" sldId="4467"/>
        </pc:sldMkLst>
        <pc:spChg chg="mod">
          <ac:chgData name="Baskaran Palanisamy" userId="S::bpalani@udmercy.edu::2a319706-4ac5-46c5-8203-0c5f5ee7ff45" providerId="AD" clId="Web-{774F7762-5675-5396-926B-E050E455155C}" dt="2024-12-05T23:45:44.605" v="33" actId="20577"/>
          <ac:spMkLst>
            <pc:docMk/>
            <pc:sldMk cId="50939351" sldId="4467"/>
            <ac:spMk id="3" creationId="{B46F90B6-2BA3-FFBF-51DF-EBD5F3F44F6E}"/>
          </ac:spMkLst>
        </pc:spChg>
      </pc:sldChg>
      <pc:sldChg chg="modSp">
        <pc:chgData name="Baskaran Palanisamy" userId="S::bpalani@udmercy.edu::2a319706-4ac5-46c5-8203-0c5f5ee7ff45" providerId="AD" clId="Web-{774F7762-5675-5396-926B-E050E455155C}" dt="2024-12-05T23:45:58.089" v="34" actId="20577"/>
        <pc:sldMkLst>
          <pc:docMk/>
          <pc:sldMk cId="2126567488" sldId="4468"/>
        </pc:sldMkLst>
        <pc:spChg chg="mod">
          <ac:chgData name="Baskaran Palanisamy" userId="S::bpalani@udmercy.edu::2a319706-4ac5-46c5-8203-0c5f5ee7ff45" providerId="AD" clId="Web-{774F7762-5675-5396-926B-E050E455155C}" dt="2024-12-05T23:45:58.089" v="34" actId="20577"/>
          <ac:spMkLst>
            <pc:docMk/>
            <pc:sldMk cId="2126567488" sldId="4468"/>
            <ac:spMk id="2" creationId="{424B060F-C28C-4028-8442-8FB44AB28193}"/>
          </ac:spMkLst>
        </pc:spChg>
      </pc:sldChg>
      <pc:sldChg chg="modSp">
        <pc:chgData name="Baskaran Palanisamy" userId="S::bpalani@udmercy.edu::2a319706-4ac5-46c5-8203-0c5f5ee7ff45" providerId="AD" clId="Web-{774F7762-5675-5396-926B-E050E455155C}" dt="2024-12-05T23:46:25.948" v="37" actId="14100"/>
        <pc:sldMkLst>
          <pc:docMk/>
          <pc:sldMk cId="898223784" sldId="4469"/>
        </pc:sldMkLst>
        <pc:spChg chg="mod">
          <ac:chgData name="Baskaran Palanisamy" userId="S::bpalani@udmercy.edu::2a319706-4ac5-46c5-8203-0c5f5ee7ff45" providerId="AD" clId="Web-{774F7762-5675-5396-926B-E050E455155C}" dt="2024-12-05T23:46:25.948" v="37" actId="14100"/>
          <ac:spMkLst>
            <pc:docMk/>
            <pc:sldMk cId="898223784" sldId="4469"/>
            <ac:spMk id="3" creationId="{3EF943F2-C832-88CE-8522-1A6A61DB7269}"/>
          </ac:spMkLst>
        </pc:spChg>
      </pc:sldChg>
    </pc:docChg>
  </pc:docChgLst>
  <pc:docChgLst>
    <pc:chgData name="Guest User" providerId="Windows Live" clId="Web-{C8F15BCF-55BC-B5B8-F08A-60EC318E9230}"/>
    <pc:docChg chg="modSld">
      <pc:chgData name="Guest User" userId="" providerId="Windows Live" clId="Web-{C8F15BCF-55BC-B5B8-F08A-60EC318E9230}" dt="2024-12-05T16:42:58.755" v="1102" actId="20577"/>
      <pc:docMkLst>
        <pc:docMk/>
      </pc:docMkLst>
      <pc:sldChg chg="modSp">
        <pc:chgData name="Guest User" userId="" providerId="Windows Live" clId="Web-{C8F15BCF-55BC-B5B8-F08A-60EC318E9230}" dt="2024-12-05T16:27:42.443" v="1004" actId="20577"/>
        <pc:sldMkLst>
          <pc:docMk/>
          <pc:sldMk cId="1965414732" sldId="4452"/>
        </pc:sldMkLst>
        <pc:spChg chg="mod">
          <ac:chgData name="Guest User" userId="" providerId="Windows Live" clId="Web-{C8F15BCF-55BC-B5B8-F08A-60EC318E9230}" dt="2024-12-05T16:27:42.443" v="1004" actId="20577"/>
          <ac:spMkLst>
            <pc:docMk/>
            <pc:sldMk cId="1965414732" sldId="4452"/>
            <ac:spMk id="2" creationId="{655DE542-46C2-551D-9500-879DE52779AC}"/>
          </ac:spMkLst>
        </pc:spChg>
      </pc:sldChg>
      <pc:sldChg chg="modSp">
        <pc:chgData name="Guest User" userId="" providerId="Windows Live" clId="Web-{C8F15BCF-55BC-B5B8-F08A-60EC318E9230}" dt="2024-12-05T16:42:58.755" v="1102" actId="20577"/>
        <pc:sldMkLst>
          <pc:docMk/>
          <pc:sldMk cId="3928341120" sldId="4453"/>
        </pc:sldMkLst>
        <pc:spChg chg="mod">
          <ac:chgData name="Guest User" userId="" providerId="Windows Live" clId="Web-{C8F15BCF-55BC-B5B8-F08A-60EC318E9230}" dt="2024-12-05T16:42:58.755" v="1102" actId="20577"/>
          <ac:spMkLst>
            <pc:docMk/>
            <pc:sldMk cId="3928341120" sldId="4453"/>
            <ac:spMk id="2" creationId="{D6165838-44F3-B5F5-E10B-26637177FBAC}"/>
          </ac:spMkLst>
        </pc:spChg>
      </pc:sldChg>
      <pc:sldChg chg="modSp">
        <pc:chgData name="Guest User" userId="" providerId="Windows Live" clId="Web-{C8F15BCF-55BC-B5B8-F08A-60EC318E9230}" dt="2024-12-05T14:34:46.829" v="8" actId="20577"/>
        <pc:sldMkLst>
          <pc:docMk/>
          <pc:sldMk cId="1036884270" sldId="4454"/>
        </pc:sldMkLst>
        <pc:spChg chg="mod">
          <ac:chgData name="Guest User" userId="" providerId="Windows Live" clId="Web-{C8F15BCF-55BC-B5B8-F08A-60EC318E9230}" dt="2024-12-05T14:34:46.829" v="8" actId="20577"/>
          <ac:spMkLst>
            <pc:docMk/>
            <pc:sldMk cId="1036884270" sldId="4454"/>
            <ac:spMk id="2" creationId="{86A5DD0C-4682-1FDC-BB11-64BC82BC1D1B}"/>
          </ac:spMkLst>
        </pc:spChg>
      </pc:sldChg>
    </pc:docChg>
  </pc:docChgLst>
  <pc:docChgLst>
    <pc:chgData name="Guest User" providerId="Windows Live" clId="Web-{B6BE38CA-686D-7A9A-0F90-28292F03959D}"/>
    <pc:docChg chg="modSld">
      <pc:chgData name="Guest User" userId="" providerId="Windows Live" clId="Web-{B6BE38CA-686D-7A9A-0F90-28292F03959D}" dt="2024-12-05T16:41:15.436" v="1" actId="14100"/>
      <pc:docMkLst>
        <pc:docMk/>
      </pc:docMkLst>
      <pc:sldChg chg="modSp">
        <pc:chgData name="Guest User" userId="" providerId="Windows Live" clId="Web-{B6BE38CA-686D-7A9A-0F90-28292F03959D}" dt="2024-12-05T16:41:15.436" v="1" actId="14100"/>
        <pc:sldMkLst>
          <pc:docMk/>
          <pc:sldMk cId="1366108425" sldId="4436"/>
        </pc:sldMkLst>
        <pc:picChg chg="mod">
          <ac:chgData name="Guest User" userId="" providerId="Windows Live" clId="Web-{B6BE38CA-686D-7A9A-0F90-28292F03959D}" dt="2024-12-05T16:41:15.436" v="1" actId="14100"/>
          <ac:picMkLst>
            <pc:docMk/>
            <pc:sldMk cId="1366108425" sldId="4436"/>
            <ac:picMk id="14" creationId="{0ED529E0-A97D-5F60-F7EA-280268C85598}"/>
          </ac:picMkLst>
        </pc:picChg>
      </pc:sldChg>
    </pc:docChg>
  </pc:docChgLst>
  <pc:docChgLst>
    <pc:chgData name="Guest User" providerId="Windows Live" clId="Web-{7AF1D87C-B310-B9C8-48B4-6B45C90859C4}"/>
    <pc:docChg chg="addSld modSld">
      <pc:chgData name="Guest User" userId="" providerId="Windows Live" clId="Web-{7AF1D87C-B310-B9C8-48B4-6B45C90859C4}" dt="2024-12-05T01:18:05.385" v="78" actId="1076"/>
      <pc:docMkLst>
        <pc:docMk/>
      </pc:docMkLst>
      <pc:sldChg chg="delSp modSp">
        <pc:chgData name="Guest User" userId="" providerId="Windows Live" clId="Web-{7AF1D87C-B310-B9C8-48B4-6B45C90859C4}" dt="2024-12-05T01:08:05.124" v="1"/>
        <pc:sldMkLst>
          <pc:docMk/>
          <pc:sldMk cId="874501474" sldId="4440"/>
        </pc:sldMkLst>
        <pc:picChg chg="del mod">
          <ac:chgData name="Guest User" userId="" providerId="Windows Live" clId="Web-{7AF1D87C-B310-B9C8-48B4-6B45C90859C4}" dt="2024-12-05T01:08:05.124" v="1"/>
          <ac:picMkLst>
            <pc:docMk/>
            <pc:sldMk cId="874501474" sldId="4440"/>
            <ac:picMk id="2" creationId="{FFCCA1E9-8AAD-94F1-C722-04103E306BFF}"/>
          </ac:picMkLst>
        </pc:picChg>
      </pc:sldChg>
      <pc:sldChg chg="modSp">
        <pc:chgData name="Guest User" userId="" providerId="Windows Live" clId="Web-{7AF1D87C-B310-B9C8-48B4-6B45C90859C4}" dt="2024-12-05T01:18:05.385" v="78" actId="1076"/>
        <pc:sldMkLst>
          <pc:docMk/>
          <pc:sldMk cId="2914266993" sldId="4460"/>
        </pc:sldMkLst>
        <pc:spChg chg="mod">
          <ac:chgData name="Guest User" userId="" providerId="Windows Live" clId="Web-{7AF1D87C-B310-B9C8-48B4-6B45C90859C4}" dt="2024-12-05T01:18:05.385" v="78" actId="1076"/>
          <ac:spMkLst>
            <pc:docMk/>
            <pc:sldMk cId="2914266993" sldId="4460"/>
            <ac:spMk id="6" creationId="{D1D95CEC-DB60-59C1-BE98-4B41634F7F6D}"/>
          </ac:spMkLst>
        </pc:spChg>
      </pc:sldChg>
      <pc:sldChg chg="delSp modSp">
        <pc:chgData name="Guest User" userId="" providerId="Windows Live" clId="Web-{7AF1D87C-B310-B9C8-48B4-6B45C90859C4}" dt="2024-12-05T01:16:10.619" v="75" actId="1076"/>
        <pc:sldMkLst>
          <pc:docMk/>
          <pc:sldMk cId="3331870743" sldId="4461"/>
        </pc:sldMkLst>
        <pc:spChg chg="del">
          <ac:chgData name="Guest User" userId="" providerId="Windows Live" clId="Web-{7AF1D87C-B310-B9C8-48B4-6B45C90859C4}" dt="2024-12-05T01:15:58.963" v="72"/>
          <ac:spMkLst>
            <pc:docMk/>
            <pc:sldMk cId="3331870743" sldId="4461"/>
            <ac:spMk id="3" creationId="{DF89A36A-26EC-7015-ABB7-1AC9B7080DBC}"/>
          </ac:spMkLst>
        </pc:spChg>
        <pc:spChg chg="mod">
          <ac:chgData name="Guest User" userId="" providerId="Windows Live" clId="Web-{7AF1D87C-B310-B9C8-48B4-6B45C90859C4}" dt="2024-12-05T01:16:10.619" v="75" actId="1076"/>
          <ac:spMkLst>
            <pc:docMk/>
            <pc:sldMk cId="3331870743" sldId="4461"/>
            <ac:spMk id="7" creationId="{B999D55A-93CB-FDBB-28C3-A4E5D54A8DBA}"/>
          </ac:spMkLst>
        </pc:spChg>
      </pc:sldChg>
      <pc:sldChg chg="addSp delSp modSp">
        <pc:chgData name="Guest User" userId="" providerId="Windows Live" clId="Web-{7AF1D87C-B310-B9C8-48B4-6B45C90859C4}" dt="2024-12-05T01:16:44.229" v="77" actId="20577"/>
        <pc:sldMkLst>
          <pc:docMk/>
          <pc:sldMk cId="1063069220" sldId="4462"/>
        </pc:sldMkLst>
        <pc:spChg chg="add mod">
          <ac:chgData name="Guest User" userId="" providerId="Windows Live" clId="Web-{7AF1D87C-B310-B9C8-48B4-6B45C90859C4}" dt="2024-12-05T01:16:44.229" v="77" actId="20577"/>
          <ac:spMkLst>
            <pc:docMk/>
            <pc:sldMk cId="1063069220" sldId="4462"/>
            <ac:spMk id="2" creationId="{2B1B4833-84DD-4F68-B797-084E9463BB5D}"/>
          </ac:spMkLst>
        </pc:spChg>
        <pc:spChg chg="del mod">
          <ac:chgData name="Guest User" userId="" providerId="Windows Live" clId="Web-{7AF1D87C-B310-B9C8-48B4-6B45C90859C4}" dt="2024-12-05T01:12:42.996" v="24"/>
          <ac:spMkLst>
            <pc:docMk/>
            <pc:sldMk cId="1063069220" sldId="4462"/>
            <ac:spMk id="3" creationId="{0B4A499D-EB69-B13B-8616-6D98DFF356F4}"/>
          </ac:spMkLst>
        </pc:spChg>
        <pc:spChg chg="mod">
          <ac:chgData name="Guest User" userId="" providerId="Windows Live" clId="Web-{7AF1D87C-B310-B9C8-48B4-6B45C90859C4}" dt="2024-12-05T01:12:31.528" v="23" actId="1076"/>
          <ac:spMkLst>
            <pc:docMk/>
            <pc:sldMk cId="1063069220" sldId="4462"/>
            <ac:spMk id="5" creationId="{6744C19C-EE9D-9A0E-AF51-03B9C5D0D7F4}"/>
          </ac:spMkLst>
        </pc:spChg>
      </pc:sldChg>
      <pc:sldChg chg="addSp delSp modSp new mod setBg">
        <pc:chgData name="Guest User" userId="" providerId="Windows Live" clId="Web-{7AF1D87C-B310-B9C8-48B4-6B45C90859C4}" dt="2024-12-05T01:10:23.029" v="19" actId="1076"/>
        <pc:sldMkLst>
          <pc:docMk/>
          <pc:sldMk cId="722763564" sldId="4463"/>
        </pc:sldMkLst>
        <pc:spChg chg="add mod">
          <ac:chgData name="Guest User" userId="" providerId="Windows Live" clId="Web-{7AF1D87C-B310-B9C8-48B4-6B45C90859C4}" dt="2024-12-05T01:10:16.841" v="18" actId="14100"/>
          <ac:spMkLst>
            <pc:docMk/>
            <pc:sldMk cId="722763564" sldId="4463"/>
            <ac:spMk id="2" creationId="{6152DB16-CC8A-8DCB-6D65-5429C3DB9AE0}"/>
          </ac:spMkLst>
        </pc:spChg>
        <pc:spChg chg="add del">
          <ac:chgData name="Guest User" userId="" providerId="Windows Live" clId="Web-{7AF1D87C-B310-B9C8-48B4-6B45C90859C4}" dt="2024-12-05T01:09:48.842" v="16"/>
          <ac:spMkLst>
            <pc:docMk/>
            <pc:sldMk cId="722763564" sldId="4463"/>
            <ac:spMk id="8" creationId="{D4771268-CB57-404A-9271-370EB28F6090}"/>
          </ac:spMkLst>
        </pc:spChg>
        <pc:spChg chg="add">
          <ac:chgData name="Guest User" userId="" providerId="Windows Live" clId="Web-{7AF1D87C-B310-B9C8-48B4-6B45C90859C4}" dt="2024-12-05T01:09:48.857" v="17"/>
          <ac:spMkLst>
            <pc:docMk/>
            <pc:sldMk cId="722763564" sldId="4463"/>
            <ac:spMk id="10" creationId="{047C8CCB-F95D-4249-92DD-651249D3535A}"/>
          </ac:spMkLst>
        </pc:spChg>
        <pc:spChg chg="add">
          <ac:chgData name="Guest User" userId="" providerId="Windows Live" clId="Web-{7AF1D87C-B310-B9C8-48B4-6B45C90859C4}" dt="2024-12-05T01:09:48.857" v="17"/>
          <ac:spMkLst>
            <pc:docMk/>
            <pc:sldMk cId="722763564" sldId="4463"/>
            <ac:spMk id="11" creationId="{6753252F-4873-4F63-801D-CC719279A7D5}"/>
          </ac:spMkLst>
        </pc:spChg>
        <pc:picChg chg="add mod">
          <ac:chgData name="Guest User" userId="" providerId="Windows Live" clId="Web-{7AF1D87C-B310-B9C8-48B4-6B45C90859C4}" dt="2024-12-05T01:10:23.029" v="19" actId="1076"/>
          <ac:picMkLst>
            <pc:docMk/>
            <pc:sldMk cId="722763564" sldId="4463"/>
            <ac:picMk id="3" creationId="{6CE7435C-7AD7-81B3-3ABE-F9989CD53247}"/>
          </ac:picMkLst>
        </pc:picChg>
      </pc:sldChg>
      <pc:sldChg chg="addSp modSp new">
        <pc:chgData name="Guest User" userId="" providerId="Windows Live" clId="Web-{7AF1D87C-B310-B9C8-48B4-6B45C90859C4}" dt="2024-12-05T01:14:58.276" v="58" actId="20577"/>
        <pc:sldMkLst>
          <pc:docMk/>
          <pc:sldMk cId="2645612682" sldId="4464"/>
        </pc:sldMkLst>
        <pc:spChg chg="add mod">
          <ac:chgData name="Guest User" userId="" providerId="Windows Live" clId="Web-{7AF1D87C-B310-B9C8-48B4-6B45C90859C4}" dt="2024-12-05T01:14:58.276" v="58" actId="20577"/>
          <ac:spMkLst>
            <pc:docMk/>
            <pc:sldMk cId="2645612682" sldId="4464"/>
            <ac:spMk id="2" creationId="{C2CCBB6C-A1E8-30CF-B786-5E2546E75126}"/>
          </ac:spMkLst>
        </pc:spChg>
      </pc:sldChg>
    </pc:docChg>
  </pc:docChgLst>
  <pc:docChgLst>
    <pc:chgData name="Guest User" providerId="Windows Live" clId="Web-{1E9878F2-17F5-F5B2-5FDC-19216629DAAD}"/>
    <pc:docChg chg="modSld">
      <pc:chgData name="Guest User" userId="" providerId="Windows Live" clId="Web-{1E9878F2-17F5-F5B2-5FDC-19216629DAAD}" dt="2024-12-04T15:21:49.969" v="24" actId="20577"/>
      <pc:docMkLst>
        <pc:docMk/>
      </pc:docMkLst>
      <pc:sldChg chg="addSp delSp modSp">
        <pc:chgData name="Guest User" userId="" providerId="Windows Live" clId="Web-{1E9878F2-17F5-F5B2-5FDC-19216629DAAD}" dt="2024-12-04T15:21:49.969" v="24" actId="20577"/>
        <pc:sldMkLst>
          <pc:docMk/>
          <pc:sldMk cId="3331870743" sldId="4461"/>
        </pc:sldMkLst>
        <pc:spChg chg="mod ord">
          <ac:chgData name="Guest User" userId="" providerId="Windows Live" clId="Web-{1E9878F2-17F5-F5B2-5FDC-19216629DAAD}" dt="2024-12-04T15:21:49.969" v="24" actId="20577"/>
          <ac:spMkLst>
            <pc:docMk/>
            <pc:sldMk cId="3331870743" sldId="4461"/>
            <ac:spMk id="3" creationId="{DF89A36A-26EC-7015-ABB7-1AC9B7080DBC}"/>
          </ac:spMkLst>
        </pc:spChg>
        <pc:spChg chg="add mod">
          <ac:chgData name="Guest User" userId="" providerId="Windows Live" clId="Web-{1E9878F2-17F5-F5B2-5FDC-19216629DAAD}" dt="2024-12-04T15:21:36.110" v="21" actId="20577"/>
          <ac:spMkLst>
            <pc:docMk/>
            <pc:sldMk cId="3331870743" sldId="4461"/>
            <ac:spMk id="6" creationId="{FEE50C7C-B237-35B7-7349-3214247C9342}"/>
          </ac:spMkLst>
        </pc:spChg>
        <pc:spChg chg="del mod">
          <ac:chgData name="Guest User" userId="" providerId="Windows Live" clId="Web-{1E9878F2-17F5-F5B2-5FDC-19216629DAAD}" dt="2024-12-04T15:21:43.798" v="22"/>
          <ac:spMkLst>
            <pc:docMk/>
            <pc:sldMk cId="3331870743" sldId="4461"/>
            <ac:spMk id="36" creationId="{ADD5D25B-B99F-325D-EC42-BA58ED0C4432}"/>
          </ac:spMkLst>
        </pc:spChg>
        <pc:spChg chg="del">
          <ac:chgData name="Guest User" userId="" providerId="Windows Live" clId="Web-{1E9878F2-17F5-F5B2-5FDC-19216629DAAD}" dt="2024-12-04T15:20:36.485" v="6"/>
          <ac:spMkLst>
            <pc:docMk/>
            <pc:sldMk cId="3331870743" sldId="4461"/>
            <ac:spMk id="77" creationId="{04812C46-200A-4DEB-A05E-3ED6C68C2387}"/>
          </ac:spMkLst>
        </pc:spChg>
        <pc:spChg chg="del">
          <ac:chgData name="Guest User" userId="" providerId="Windows Live" clId="Web-{1E9878F2-17F5-F5B2-5FDC-19216629DAAD}" dt="2024-12-04T15:20:36.485" v="6"/>
          <ac:spMkLst>
            <pc:docMk/>
            <pc:sldMk cId="3331870743" sldId="4461"/>
            <ac:spMk id="79" creationId="{D1EA859B-E555-4109-94F3-6700E046E008}"/>
          </ac:spMkLst>
        </pc:spChg>
        <pc:spChg chg="add del">
          <ac:chgData name="Guest User" userId="" providerId="Windows Live" clId="Web-{1E9878F2-17F5-F5B2-5FDC-19216629DAAD}" dt="2024-12-04T15:21:14.438" v="9"/>
          <ac:spMkLst>
            <pc:docMk/>
            <pc:sldMk cId="3331870743" sldId="4461"/>
            <ac:spMk id="84" creationId="{7ED7575E-88D2-B771-681D-46A7E55415DD}"/>
          </ac:spMkLst>
        </pc:spChg>
        <pc:spChg chg="add">
          <ac:chgData name="Guest User" userId="" providerId="Windows Live" clId="Web-{1E9878F2-17F5-F5B2-5FDC-19216629DAAD}" dt="2024-12-04T15:21:14.438" v="9"/>
          <ac:spMkLst>
            <pc:docMk/>
            <pc:sldMk cId="3331870743" sldId="4461"/>
            <ac:spMk id="91" creationId="{80DF40B2-80F7-4E71-B46C-284163F3654A}"/>
          </ac:spMkLst>
        </pc:spChg>
        <pc:picChg chg="add mod ord">
          <ac:chgData name="Guest User" userId="" providerId="Windows Live" clId="Web-{1E9878F2-17F5-F5B2-5FDC-19216629DAAD}" dt="2024-12-04T15:21:14.438" v="9"/>
          <ac:picMkLst>
            <pc:docMk/>
            <pc:sldMk cId="3331870743" sldId="4461"/>
            <ac:picMk id="2" creationId="{D4231D81-8801-4EEB-0E8D-CBAC6B49C21F}"/>
          </ac:picMkLst>
        </pc:picChg>
        <pc:picChg chg="del">
          <ac:chgData name="Guest User" userId="" providerId="Windows Live" clId="Web-{1E9878F2-17F5-F5B2-5FDC-19216629DAAD}" dt="2024-12-04T15:20:01.095" v="1"/>
          <ac:picMkLst>
            <pc:docMk/>
            <pc:sldMk cId="3331870743" sldId="4461"/>
            <ac:picMk id="4" creationId="{A4E71F6C-15A4-ECD3-415C-25FB15577029}"/>
          </ac:picMkLst>
        </pc:picChg>
        <pc:cxnChg chg="add del">
          <ac:chgData name="Guest User" userId="" providerId="Windows Live" clId="Web-{1E9878F2-17F5-F5B2-5FDC-19216629DAAD}" dt="2024-12-04T15:21:14.438" v="9"/>
          <ac:cxnSpMkLst>
            <pc:docMk/>
            <pc:sldMk cId="3331870743" sldId="4461"/>
            <ac:cxnSpMk id="86" creationId="{249EDD1B-F94D-B4E6-ACAA-566B9A26FDE3}"/>
          </ac:cxnSpMkLst>
        </pc:cxnChg>
      </pc:sldChg>
    </pc:docChg>
  </pc:docChgLst>
  <pc:docChgLst>
    <pc:chgData name="Guest User" providerId="Windows Live" clId="Web-{EDFBF63F-85C3-3C6F-04B6-63F9C44FB04D}"/>
    <pc:docChg chg="modSld">
      <pc:chgData name="Guest User" userId="" providerId="Windows Live" clId="Web-{EDFBF63F-85C3-3C6F-04B6-63F9C44FB04D}" dt="2024-12-05T15:40:51.999" v="12" actId="1076"/>
      <pc:docMkLst>
        <pc:docMk/>
      </pc:docMkLst>
      <pc:sldChg chg="modSp">
        <pc:chgData name="Guest User" userId="" providerId="Windows Live" clId="Web-{EDFBF63F-85C3-3C6F-04B6-63F9C44FB04D}" dt="2024-12-05T15:40:51.999" v="12" actId="1076"/>
        <pc:sldMkLst>
          <pc:docMk/>
          <pc:sldMk cId="3928341120" sldId="4453"/>
        </pc:sldMkLst>
        <pc:spChg chg="mod">
          <ac:chgData name="Guest User" userId="" providerId="Windows Live" clId="Web-{EDFBF63F-85C3-3C6F-04B6-63F9C44FB04D}" dt="2024-12-05T15:40:51.999" v="12" actId="1076"/>
          <ac:spMkLst>
            <pc:docMk/>
            <pc:sldMk cId="3928341120" sldId="4453"/>
            <ac:spMk id="2" creationId="{D6165838-44F3-B5F5-E10B-26637177FBAC}"/>
          </ac:spMkLst>
        </pc:spChg>
      </pc:sldChg>
      <pc:sldChg chg="modSp">
        <pc:chgData name="Guest User" userId="" providerId="Windows Live" clId="Web-{EDFBF63F-85C3-3C6F-04B6-63F9C44FB04D}" dt="2024-12-04T17:14:26.031" v="11" actId="20577"/>
        <pc:sldMkLst>
          <pc:docMk/>
          <pc:sldMk cId="3331870743" sldId="4461"/>
        </pc:sldMkLst>
        <pc:spChg chg="mod">
          <ac:chgData name="Guest User" userId="" providerId="Windows Live" clId="Web-{EDFBF63F-85C3-3C6F-04B6-63F9C44FB04D}" dt="2024-12-04T17:14:26.031" v="11" actId="20577"/>
          <ac:spMkLst>
            <pc:docMk/>
            <pc:sldMk cId="3331870743" sldId="4461"/>
            <ac:spMk id="3" creationId="{DF89A36A-26EC-7015-ABB7-1AC9B7080DBC}"/>
          </ac:spMkLst>
        </pc:spChg>
      </pc:sldChg>
    </pc:docChg>
  </pc:docChgLst>
  <pc:docChgLst>
    <pc:chgData name="Guest User" providerId="Windows Live" clId="Web-{9DD52FCA-BB68-D082-2873-4942033F4799}"/>
    <pc:docChg chg="modSld">
      <pc:chgData name="Guest User" userId="" providerId="Windows Live" clId="Web-{9DD52FCA-BB68-D082-2873-4942033F4799}" dt="2024-12-05T16:45:02.267" v="13" actId="14100"/>
      <pc:docMkLst>
        <pc:docMk/>
      </pc:docMkLst>
      <pc:sldChg chg="addSp modSp">
        <pc:chgData name="Guest User" userId="" providerId="Windows Live" clId="Web-{9DD52FCA-BB68-D082-2873-4942033F4799}" dt="2024-12-05T16:45:02.267" v="13" actId="14100"/>
        <pc:sldMkLst>
          <pc:docMk/>
          <pc:sldMk cId="802607059" sldId="4466"/>
        </pc:sldMkLst>
        <pc:spChg chg="add mod">
          <ac:chgData name="Guest User" userId="" providerId="Windows Live" clId="Web-{9DD52FCA-BB68-D082-2873-4942033F4799}" dt="2024-12-05T16:45:02.267" v="13" actId="14100"/>
          <ac:spMkLst>
            <pc:docMk/>
            <pc:sldMk cId="802607059" sldId="4466"/>
            <ac:spMk id="3" creationId="{2E17C520-B82C-E9BB-1A06-C5FD43ED0355}"/>
          </ac:spMkLst>
        </pc:spChg>
        <pc:picChg chg="mod">
          <ac:chgData name="Guest User" userId="" providerId="Windows Live" clId="Web-{9DD52FCA-BB68-D082-2873-4942033F4799}" dt="2024-12-05T16:44:13.406" v="0" actId="14100"/>
          <ac:picMkLst>
            <pc:docMk/>
            <pc:sldMk cId="802607059" sldId="4466"/>
            <ac:picMk id="2" creationId="{509741B5-5FCB-60AC-DE2F-55EDBFAB5A7D}"/>
          </ac:picMkLst>
        </pc:picChg>
      </pc:sldChg>
    </pc:docChg>
  </pc:docChgLst>
  <pc:docChgLst>
    <pc:chgData name="Vineeth Kumar Baradi" userId="S::baradivi@udmercy.edu::6282cf44-6bf0-4cd4-bdd8-cdb3d19baa5f" providerId="AD" clId="Web-{4E5BEF7D-3DF9-D512-D1F1-FE1F38419046}"/>
    <pc:docChg chg="addSld delSld modSld">
      <pc:chgData name="Vineeth Kumar Baradi" userId="S::baradivi@udmercy.edu::6282cf44-6bf0-4cd4-bdd8-cdb3d19baa5f" providerId="AD" clId="Web-{4E5BEF7D-3DF9-D512-D1F1-FE1F38419046}" dt="2024-12-06T05:23:23.114" v="221" actId="20577"/>
      <pc:docMkLst>
        <pc:docMk/>
      </pc:docMkLst>
      <pc:sldChg chg="delSp">
        <pc:chgData name="Vineeth Kumar Baradi" userId="S::baradivi@udmercy.edu::6282cf44-6bf0-4cd4-bdd8-cdb3d19baa5f" providerId="AD" clId="Web-{4E5BEF7D-3DF9-D512-D1F1-FE1F38419046}" dt="2024-12-06T03:26:00.458" v="1"/>
        <pc:sldMkLst>
          <pc:docMk/>
          <pc:sldMk cId="332353598" sldId="4435"/>
        </pc:sldMkLst>
        <pc:picChg chg="del">
          <ac:chgData name="Vineeth Kumar Baradi" userId="S::baradivi@udmercy.edu::6282cf44-6bf0-4cd4-bdd8-cdb3d19baa5f" providerId="AD" clId="Web-{4E5BEF7D-3DF9-D512-D1F1-FE1F38419046}" dt="2024-12-06T03:26:00.458" v="1"/>
          <ac:picMkLst>
            <pc:docMk/>
            <pc:sldMk cId="332353598" sldId="4435"/>
            <ac:picMk id="25" creationId="{4237EB98-7984-20E3-D85F-5F509DE2B38D}"/>
          </ac:picMkLst>
        </pc:picChg>
      </pc:sldChg>
      <pc:sldChg chg="delSp">
        <pc:chgData name="Vineeth Kumar Baradi" userId="S::baradivi@udmercy.edu::6282cf44-6bf0-4cd4-bdd8-cdb3d19baa5f" providerId="AD" clId="Web-{4E5BEF7D-3DF9-D512-D1F1-FE1F38419046}" dt="2024-12-06T03:25:54.146" v="0"/>
        <pc:sldMkLst>
          <pc:docMk/>
          <pc:sldMk cId="1366108425" sldId="4436"/>
        </pc:sldMkLst>
        <pc:picChg chg="del">
          <ac:chgData name="Vineeth Kumar Baradi" userId="S::baradivi@udmercy.edu::6282cf44-6bf0-4cd4-bdd8-cdb3d19baa5f" providerId="AD" clId="Web-{4E5BEF7D-3DF9-D512-D1F1-FE1F38419046}" dt="2024-12-06T03:25:54.146" v="0"/>
          <ac:picMkLst>
            <pc:docMk/>
            <pc:sldMk cId="1366108425" sldId="4436"/>
            <ac:picMk id="23" creationId="{5F70C82A-843E-61EC-C142-48CF08F4537B}"/>
          </ac:picMkLst>
        </pc:picChg>
      </pc:sldChg>
      <pc:sldChg chg="delSp">
        <pc:chgData name="Vineeth Kumar Baradi" userId="S::baradivi@udmercy.edu::6282cf44-6bf0-4cd4-bdd8-cdb3d19baa5f" providerId="AD" clId="Web-{4E5BEF7D-3DF9-D512-D1F1-FE1F38419046}" dt="2024-12-06T03:26:04.849" v="2"/>
        <pc:sldMkLst>
          <pc:docMk/>
          <pc:sldMk cId="1258359381" sldId="4437"/>
        </pc:sldMkLst>
        <pc:picChg chg="del">
          <ac:chgData name="Vineeth Kumar Baradi" userId="S::baradivi@udmercy.edu::6282cf44-6bf0-4cd4-bdd8-cdb3d19baa5f" providerId="AD" clId="Web-{4E5BEF7D-3DF9-D512-D1F1-FE1F38419046}" dt="2024-12-06T03:26:04.849" v="2"/>
          <ac:picMkLst>
            <pc:docMk/>
            <pc:sldMk cId="1258359381" sldId="4437"/>
            <ac:picMk id="14" creationId="{5DD4CD90-CF3D-75DB-B437-5BC50E12DF52}"/>
          </ac:picMkLst>
        </pc:picChg>
      </pc:sldChg>
      <pc:sldChg chg="delSp">
        <pc:chgData name="Vineeth Kumar Baradi" userId="S::baradivi@udmercy.edu::6282cf44-6bf0-4cd4-bdd8-cdb3d19baa5f" providerId="AD" clId="Web-{4E5BEF7D-3DF9-D512-D1F1-FE1F38419046}" dt="2024-12-06T03:26:08.849" v="3"/>
        <pc:sldMkLst>
          <pc:docMk/>
          <pc:sldMk cId="195264445" sldId="4439"/>
        </pc:sldMkLst>
        <pc:picChg chg="del">
          <ac:chgData name="Vineeth Kumar Baradi" userId="S::baradivi@udmercy.edu::6282cf44-6bf0-4cd4-bdd8-cdb3d19baa5f" providerId="AD" clId="Web-{4E5BEF7D-3DF9-D512-D1F1-FE1F38419046}" dt="2024-12-06T03:26:08.849" v="3"/>
          <ac:picMkLst>
            <pc:docMk/>
            <pc:sldMk cId="195264445" sldId="4439"/>
            <ac:picMk id="5" creationId="{D8254CDC-5129-A760-9ACB-A31AC4999D34}"/>
          </ac:picMkLst>
        </pc:picChg>
      </pc:sldChg>
      <pc:sldChg chg="delSp">
        <pc:chgData name="Vineeth Kumar Baradi" userId="S::baradivi@udmercy.edu::6282cf44-6bf0-4cd4-bdd8-cdb3d19baa5f" providerId="AD" clId="Web-{4E5BEF7D-3DF9-D512-D1F1-FE1F38419046}" dt="2024-12-06T03:26:14.568" v="4"/>
        <pc:sldMkLst>
          <pc:docMk/>
          <pc:sldMk cId="874501474" sldId="4440"/>
        </pc:sldMkLst>
        <pc:picChg chg="del">
          <ac:chgData name="Vineeth Kumar Baradi" userId="S::baradivi@udmercy.edu::6282cf44-6bf0-4cd4-bdd8-cdb3d19baa5f" providerId="AD" clId="Web-{4E5BEF7D-3DF9-D512-D1F1-FE1F38419046}" dt="2024-12-06T03:26:14.568" v="4"/>
          <ac:picMkLst>
            <pc:docMk/>
            <pc:sldMk cId="874501474" sldId="4440"/>
            <ac:picMk id="2" creationId="{DB878FBA-2AFC-A049-6F74-74A5DAA7F0E6}"/>
          </ac:picMkLst>
        </pc:picChg>
      </pc:sldChg>
      <pc:sldChg chg="addSp modSp mod setBg">
        <pc:chgData name="Vineeth Kumar Baradi" userId="S::baradivi@udmercy.edu::6282cf44-6bf0-4cd4-bdd8-cdb3d19baa5f" providerId="AD" clId="Web-{4E5BEF7D-3DF9-D512-D1F1-FE1F38419046}" dt="2024-12-06T04:55:52.708" v="107"/>
        <pc:sldMkLst>
          <pc:docMk/>
          <pc:sldMk cId="1881291225" sldId="4445"/>
        </pc:sldMkLst>
        <pc:spChg chg="mod">
          <ac:chgData name="Vineeth Kumar Baradi" userId="S::baradivi@udmercy.edu::6282cf44-6bf0-4cd4-bdd8-cdb3d19baa5f" providerId="AD" clId="Web-{4E5BEF7D-3DF9-D512-D1F1-FE1F38419046}" dt="2024-12-06T04:55:52.708" v="107"/>
          <ac:spMkLst>
            <pc:docMk/>
            <pc:sldMk cId="1881291225" sldId="4445"/>
            <ac:spMk id="2" creationId="{73322D96-9C5C-3068-AF6B-FF0F1C9B623B}"/>
          </ac:spMkLst>
        </pc:spChg>
        <pc:spChg chg="add">
          <ac:chgData name="Vineeth Kumar Baradi" userId="S::baradivi@udmercy.edu::6282cf44-6bf0-4cd4-bdd8-cdb3d19baa5f" providerId="AD" clId="Web-{4E5BEF7D-3DF9-D512-D1F1-FE1F38419046}" dt="2024-12-06T04:55:52.708" v="107"/>
          <ac:spMkLst>
            <pc:docMk/>
            <pc:sldMk cId="1881291225" sldId="4445"/>
            <ac:spMk id="9" creationId="{BA79A7CF-01AF-4178-9369-94E0C90EB046}"/>
          </ac:spMkLst>
        </pc:spChg>
        <pc:spChg chg="add">
          <ac:chgData name="Vineeth Kumar Baradi" userId="S::baradivi@udmercy.edu::6282cf44-6bf0-4cd4-bdd8-cdb3d19baa5f" providerId="AD" clId="Web-{4E5BEF7D-3DF9-D512-D1F1-FE1F38419046}" dt="2024-12-06T04:55:52.708" v="107"/>
          <ac:spMkLst>
            <pc:docMk/>
            <pc:sldMk cId="1881291225" sldId="4445"/>
            <ac:spMk id="11" creationId="{99413ED5-9ED4-4772-BCE4-2BCAE6B12E35}"/>
          </ac:spMkLst>
        </pc:spChg>
        <pc:spChg chg="add">
          <ac:chgData name="Vineeth Kumar Baradi" userId="S::baradivi@udmercy.edu::6282cf44-6bf0-4cd4-bdd8-cdb3d19baa5f" providerId="AD" clId="Web-{4E5BEF7D-3DF9-D512-D1F1-FE1F38419046}" dt="2024-12-06T04:55:52.708" v="107"/>
          <ac:spMkLst>
            <pc:docMk/>
            <pc:sldMk cId="1881291225" sldId="4445"/>
            <ac:spMk id="13" creationId="{04357C93-F0CB-4A1C-8F77-4E9063789819}"/>
          </ac:spMkLst>
        </pc:spChg>
        <pc:spChg chg="add">
          <ac:chgData name="Vineeth Kumar Baradi" userId="S::baradivi@udmercy.edu::6282cf44-6bf0-4cd4-bdd8-cdb3d19baa5f" providerId="AD" clId="Web-{4E5BEF7D-3DF9-D512-D1F1-FE1F38419046}" dt="2024-12-06T04:55:52.708" v="107"/>
          <ac:spMkLst>
            <pc:docMk/>
            <pc:sldMk cId="1881291225" sldId="4445"/>
            <ac:spMk id="15" creationId="{90F533E9-6690-41A8-A372-4C6C622D028D}"/>
          </ac:spMkLst>
        </pc:spChg>
        <pc:picChg chg="mod">
          <ac:chgData name="Vineeth Kumar Baradi" userId="S::baradivi@udmercy.edu::6282cf44-6bf0-4cd4-bdd8-cdb3d19baa5f" providerId="AD" clId="Web-{4E5BEF7D-3DF9-D512-D1F1-FE1F38419046}" dt="2024-12-06T04:55:52.708" v="107"/>
          <ac:picMkLst>
            <pc:docMk/>
            <pc:sldMk cId="1881291225" sldId="4445"/>
            <ac:picMk id="4" creationId="{52377A00-3501-36C2-6BDA-039AFD10FD85}"/>
          </ac:picMkLst>
        </pc:picChg>
      </pc:sldChg>
      <pc:sldChg chg="addSp modSp mod setBg">
        <pc:chgData name="Vineeth Kumar Baradi" userId="S::baradivi@udmercy.edu::6282cf44-6bf0-4cd4-bdd8-cdb3d19baa5f" providerId="AD" clId="Web-{4E5BEF7D-3DF9-D512-D1F1-FE1F38419046}" dt="2024-12-06T04:55:43.926" v="106"/>
        <pc:sldMkLst>
          <pc:docMk/>
          <pc:sldMk cId="626668624" sldId="4446"/>
        </pc:sldMkLst>
        <pc:spChg chg="mod ord">
          <ac:chgData name="Vineeth Kumar Baradi" userId="S::baradivi@udmercy.edu::6282cf44-6bf0-4cd4-bdd8-cdb3d19baa5f" providerId="AD" clId="Web-{4E5BEF7D-3DF9-D512-D1F1-FE1F38419046}" dt="2024-12-06T04:55:43.926" v="106"/>
          <ac:spMkLst>
            <pc:docMk/>
            <pc:sldMk cId="626668624" sldId="4446"/>
            <ac:spMk id="6" creationId="{2F24CD9D-1751-03BC-18D2-769D8FB50334}"/>
          </ac:spMkLst>
        </pc:spChg>
        <pc:spChg chg="add">
          <ac:chgData name="Vineeth Kumar Baradi" userId="S::baradivi@udmercy.edu::6282cf44-6bf0-4cd4-bdd8-cdb3d19baa5f" providerId="AD" clId="Web-{4E5BEF7D-3DF9-D512-D1F1-FE1F38419046}" dt="2024-12-06T04:55:43.926" v="106"/>
          <ac:spMkLst>
            <pc:docMk/>
            <pc:sldMk cId="626668624" sldId="4446"/>
            <ac:spMk id="11" creationId="{BA79A7CF-01AF-4178-9369-94E0C90EB046}"/>
          </ac:spMkLst>
        </pc:spChg>
        <pc:spChg chg="add">
          <ac:chgData name="Vineeth Kumar Baradi" userId="S::baradivi@udmercy.edu::6282cf44-6bf0-4cd4-bdd8-cdb3d19baa5f" providerId="AD" clId="Web-{4E5BEF7D-3DF9-D512-D1F1-FE1F38419046}" dt="2024-12-06T04:55:43.926" v="106"/>
          <ac:spMkLst>
            <pc:docMk/>
            <pc:sldMk cId="626668624" sldId="4446"/>
            <ac:spMk id="13" creationId="{99413ED5-9ED4-4772-BCE4-2BCAE6B12E35}"/>
          </ac:spMkLst>
        </pc:spChg>
        <pc:spChg chg="add">
          <ac:chgData name="Vineeth Kumar Baradi" userId="S::baradivi@udmercy.edu::6282cf44-6bf0-4cd4-bdd8-cdb3d19baa5f" providerId="AD" clId="Web-{4E5BEF7D-3DF9-D512-D1F1-FE1F38419046}" dt="2024-12-06T04:55:43.926" v="106"/>
          <ac:spMkLst>
            <pc:docMk/>
            <pc:sldMk cId="626668624" sldId="4446"/>
            <ac:spMk id="15" creationId="{04357C93-F0CB-4A1C-8F77-4E9063789819}"/>
          </ac:spMkLst>
        </pc:spChg>
        <pc:spChg chg="add">
          <ac:chgData name="Vineeth Kumar Baradi" userId="S::baradivi@udmercy.edu::6282cf44-6bf0-4cd4-bdd8-cdb3d19baa5f" providerId="AD" clId="Web-{4E5BEF7D-3DF9-D512-D1F1-FE1F38419046}" dt="2024-12-06T04:55:43.926" v="106"/>
          <ac:spMkLst>
            <pc:docMk/>
            <pc:sldMk cId="626668624" sldId="4446"/>
            <ac:spMk id="17" creationId="{90F533E9-6690-41A8-A372-4C6C622D028D}"/>
          </ac:spMkLst>
        </pc:spChg>
        <pc:picChg chg="mod">
          <ac:chgData name="Vineeth Kumar Baradi" userId="S::baradivi@udmercy.edu::6282cf44-6bf0-4cd4-bdd8-cdb3d19baa5f" providerId="AD" clId="Web-{4E5BEF7D-3DF9-D512-D1F1-FE1F38419046}" dt="2024-12-06T04:55:43.926" v="106"/>
          <ac:picMkLst>
            <pc:docMk/>
            <pc:sldMk cId="626668624" sldId="4446"/>
            <ac:picMk id="4" creationId="{40972F35-7DEE-0B56-BF9B-60354ADB993F}"/>
          </ac:picMkLst>
        </pc:picChg>
      </pc:sldChg>
      <pc:sldChg chg="addSp delSp modSp mod setBg">
        <pc:chgData name="Vineeth Kumar Baradi" userId="S::baradivi@udmercy.edu::6282cf44-6bf0-4cd4-bdd8-cdb3d19baa5f" providerId="AD" clId="Web-{4E5BEF7D-3DF9-D512-D1F1-FE1F38419046}" dt="2024-12-06T04:55:19.566" v="105"/>
        <pc:sldMkLst>
          <pc:docMk/>
          <pc:sldMk cId="877260652" sldId="4447"/>
        </pc:sldMkLst>
        <pc:spChg chg="add mod ord">
          <ac:chgData name="Vineeth Kumar Baradi" userId="S::baradivi@udmercy.edu::6282cf44-6bf0-4cd4-bdd8-cdb3d19baa5f" providerId="AD" clId="Web-{4E5BEF7D-3DF9-D512-D1F1-FE1F38419046}" dt="2024-12-06T04:55:19.566" v="105"/>
          <ac:spMkLst>
            <pc:docMk/>
            <pc:sldMk cId="877260652" sldId="4447"/>
            <ac:spMk id="3" creationId="{7343EB99-48D5-80C0-4DFB-7E368BE6DFFC}"/>
          </ac:spMkLst>
        </pc:spChg>
        <pc:spChg chg="add del">
          <ac:chgData name="Vineeth Kumar Baradi" userId="S::baradivi@udmercy.edu::6282cf44-6bf0-4cd4-bdd8-cdb3d19baa5f" providerId="AD" clId="Web-{4E5BEF7D-3DF9-D512-D1F1-FE1F38419046}" dt="2024-12-06T04:55:19.566" v="104"/>
          <ac:spMkLst>
            <pc:docMk/>
            <pc:sldMk cId="877260652" sldId="4447"/>
            <ac:spMk id="15" creationId="{6570CC06-DB21-401C-BCF8-AAC5FF550D29}"/>
          </ac:spMkLst>
        </pc:spChg>
        <pc:spChg chg="add del">
          <ac:chgData name="Vineeth Kumar Baradi" userId="S::baradivi@udmercy.edu::6282cf44-6bf0-4cd4-bdd8-cdb3d19baa5f" providerId="AD" clId="Web-{4E5BEF7D-3DF9-D512-D1F1-FE1F38419046}" dt="2024-12-06T04:55:19.566" v="104"/>
          <ac:spMkLst>
            <pc:docMk/>
            <pc:sldMk cId="877260652" sldId="4447"/>
            <ac:spMk id="17" creationId="{15B998FC-4B98-4A07-B159-9E629180AF40}"/>
          </ac:spMkLst>
        </pc:spChg>
        <pc:spChg chg="add">
          <ac:chgData name="Vineeth Kumar Baradi" userId="S::baradivi@udmercy.edu::6282cf44-6bf0-4cd4-bdd8-cdb3d19baa5f" providerId="AD" clId="Web-{4E5BEF7D-3DF9-D512-D1F1-FE1F38419046}" dt="2024-12-06T04:55:19.566" v="105"/>
          <ac:spMkLst>
            <pc:docMk/>
            <pc:sldMk cId="877260652" sldId="4447"/>
            <ac:spMk id="19" creationId="{99413ED5-9ED4-4772-BCE4-2BCAE6B12E35}"/>
          </ac:spMkLst>
        </pc:spChg>
        <pc:spChg chg="add">
          <ac:chgData name="Vineeth Kumar Baradi" userId="S::baradivi@udmercy.edu::6282cf44-6bf0-4cd4-bdd8-cdb3d19baa5f" providerId="AD" clId="Web-{4E5BEF7D-3DF9-D512-D1F1-FE1F38419046}" dt="2024-12-06T04:55:19.566" v="105"/>
          <ac:spMkLst>
            <pc:docMk/>
            <pc:sldMk cId="877260652" sldId="4447"/>
            <ac:spMk id="20" creationId="{0855A890-B60B-4670-9DC2-69DC05015AB3}"/>
          </ac:spMkLst>
        </pc:spChg>
        <pc:spChg chg="add">
          <ac:chgData name="Vineeth Kumar Baradi" userId="S::baradivi@udmercy.edu::6282cf44-6bf0-4cd4-bdd8-cdb3d19baa5f" providerId="AD" clId="Web-{4E5BEF7D-3DF9-D512-D1F1-FE1F38419046}" dt="2024-12-06T04:55:19.566" v="105"/>
          <ac:spMkLst>
            <pc:docMk/>
            <pc:sldMk cId="877260652" sldId="4447"/>
            <ac:spMk id="21" creationId="{04357C93-F0CB-4A1C-8F77-4E9063789819}"/>
          </ac:spMkLst>
        </pc:spChg>
        <pc:spChg chg="add">
          <ac:chgData name="Vineeth Kumar Baradi" userId="S::baradivi@udmercy.edu::6282cf44-6bf0-4cd4-bdd8-cdb3d19baa5f" providerId="AD" clId="Web-{4E5BEF7D-3DF9-D512-D1F1-FE1F38419046}" dt="2024-12-06T04:55:19.566" v="105"/>
          <ac:spMkLst>
            <pc:docMk/>
            <pc:sldMk cId="877260652" sldId="4447"/>
            <ac:spMk id="22" creationId="{90F533E9-6690-41A8-A372-4C6C622D028D}"/>
          </ac:spMkLst>
        </pc:spChg>
        <pc:picChg chg="mod ord">
          <ac:chgData name="Vineeth Kumar Baradi" userId="S::baradivi@udmercy.edu::6282cf44-6bf0-4cd4-bdd8-cdb3d19baa5f" providerId="AD" clId="Web-{4E5BEF7D-3DF9-D512-D1F1-FE1F38419046}" dt="2024-12-06T04:55:19.566" v="105"/>
          <ac:picMkLst>
            <pc:docMk/>
            <pc:sldMk cId="877260652" sldId="4447"/>
            <ac:picMk id="4" creationId="{FCFB7E5C-6175-E07D-B957-271722186207}"/>
          </ac:picMkLst>
        </pc:picChg>
        <pc:picChg chg="mod">
          <ac:chgData name="Vineeth Kumar Baradi" userId="S::baradivi@udmercy.edu::6282cf44-6bf0-4cd4-bdd8-cdb3d19baa5f" providerId="AD" clId="Web-{4E5BEF7D-3DF9-D512-D1F1-FE1F38419046}" dt="2024-12-06T04:55:19.566" v="105"/>
          <ac:picMkLst>
            <pc:docMk/>
            <pc:sldMk cId="877260652" sldId="4447"/>
            <ac:picMk id="6" creationId="{0F873276-6343-D675-EF85-319AB258E15F}"/>
          </ac:picMkLst>
        </pc:picChg>
        <pc:picChg chg="mod ord">
          <ac:chgData name="Vineeth Kumar Baradi" userId="S::baradivi@udmercy.edu::6282cf44-6bf0-4cd4-bdd8-cdb3d19baa5f" providerId="AD" clId="Web-{4E5BEF7D-3DF9-D512-D1F1-FE1F38419046}" dt="2024-12-06T04:55:19.566" v="105"/>
          <ac:picMkLst>
            <pc:docMk/>
            <pc:sldMk cId="877260652" sldId="4447"/>
            <ac:picMk id="8" creationId="{CB1E76FC-63CE-D519-2C54-085D0D2AB4D2}"/>
          </ac:picMkLst>
        </pc:picChg>
        <pc:picChg chg="mod">
          <ac:chgData name="Vineeth Kumar Baradi" userId="S::baradivi@udmercy.edu::6282cf44-6bf0-4cd4-bdd8-cdb3d19baa5f" providerId="AD" clId="Web-{4E5BEF7D-3DF9-D512-D1F1-FE1F38419046}" dt="2024-12-06T04:55:19.566" v="105"/>
          <ac:picMkLst>
            <pc:docMk/>
            <pc:sldMk cId="877260652" sldId="4447"/>
            <ac:picMk id="10" creationId="{ABE3A037-F007-F1C3-224F-312AEEE36E90}"/>
          </ac:picMkLst>
        </pc:picChg>
      </pc:sldChg>
      <pc:sldChg chg="addSp delSp modSp mod setBg">
        <pc:chgData name="Vineeth Kumar Baradi" userId="S::baradivi@udmercy.edu::6282cf44-6bf0-4cd4-bdd8-cdb3d19baa5f" providerId="AD" clId="Web-{4E5BEF7D-3DF9-D512-D1F1-FE1F38419046}" dt="2024-12-06T04:56:54.272" v="108"/>
        <pc:sldMkLst>
          <pc:docMk/>
          <pc:sldMk cId="1965414732" sldId="4452"/>
        </pc:sldMkLst>
        <pc:spChg chg="add del mod">
          <ac:chgData name="Vineeth Kumar Baradi" userId="S::baradivi@udmercy.edu::6282cf44-6bf0-4cd4-bdd8-cdb3d19baa5f" providerId="AD" clId="Web-{4E5BEF7D-3DF9-D512-D1F1-FE1F38419046}" dt="2024-12-06T04:54:29.283" v="102"/>
          <ac:spMkLst>
            <pc:docMk/>
            <pc:sldMk cId="1965414732" sldId="4452"/>
            <ac:spMk id="2" creationId="{655DE542-46C2-551D-9500-879DE52779AC}"/>
          </ac:spMkLst>
        </pc:spChg>
        <pc:spChg chg="add del">
          <ac:chgData name="Vineeth Kumar Baradi" userId="S::baradivi@udmercy.edu::6282cf44-6bf0-4cd4-bdd8-cdb3d19baa5f" providerId="AD" clId="Web-{4E5BEF7D-3DF9-D512-D1F1-FE1F38419046}" dt="2024-12-06T04:53:29.812" v="71"/>
          <ac:spMkLst>
            <pc:docMk/>
            <pc:sldMk cId="1965414732" sldId="4452"/>
            <ac:spMk id="11" creationId="{1D63C574-BFD2-41A1-A567-B0C3CC7FDD4F}"/>
          </ac:spMkLst>
        </pc:spChg>
        <pc:spChg chg="add">
          <ac:chgData name="Vineeth Kumar Baradi" userId="S::baradivi@udmercy.edu::6282cf44-6bf0-4cd4-bdd8-cdb3d19baa5f" providerId="AD" clId="Web-{4E5BEF7D-3DF9-D512-D1F1-FE1F38419046}" dt="2024-12-06T04:56:54.272" v="108"/>
          <ac:spMkLst>
            <pc:docMk/>
            <pc:sldMk cId="1965414732" sldId="4452"/>
            <ac:spMk id="12" creationId="{63644BFD-D22E-4019-B666-387DA51AEAFD}"/>
          </ac:spMkLst>
        </pc:spChg>
        <pc:spChg chg="add del">
          <ac:chgData name="Vineeth Kumar Baradi" userId="S::baradivi@udmercy.edu::6282cf44-6bf0-4cd4-bdd8-cdb3d19baa5f" providerId="AD" clId="Web-{4E5BEF7D-3DF9-D512-D1F1-FE1F38419046}" dt="2024-12-06T04:53:29.812" v="71"/>
          <ac:spMkLst>
            <pc:docMk/>
            <pc:sldMk cId="1965414732" sldId="4452"/>
            <ac:spMk id="13" creationId="{E2A46BAB-8C31-42B2-90E8-B26DD3E81D37}"/>
          </ac:spMkLst>
        </pc:spChg>
        <pc:spChg chg="add">
          <ac:chgData name="Vineeth Kumar Baradi" userId="S::baradivi@udmercy.edu::6282cf44-6bf0-4cd4-bdd8-cdb3d19baa5f" providerId="AD" clId="Web-{4E5BEF7D-3DF9-D512-D1F1-FE1F38419046}" dt="2024-12-06T04:56:54.272" v="108"/>
          <ac:spMkLst>
            <pc:docMk/>
            <pc:sldMk cId="1965414732" sldId="4452"/>
            <ac:spMk id="18" creationId="{3776B14B-F2F4-4825-8DA8-8C7A0F2B3960}"/>
          </ac:spMkLst>
        </pc:spChg>
        <pc:spChg chg="add del">
          <ac:chgData name="Vineeth Kumar Baradi" userId="S::baradivi@udmercy.edu::6282cf44-6bf0-4cd4-bdd8-cdb3d19baa5f" providerId="AD" clId="Web-{4E5BEF7D-3DF9-D512-D1F1-FE1F38419046}" dt="2024-12-06T04:53:36.656" v="73"/>
          <ac:spMkLst>
            <pc:docMk/>
            <pc:sldMk cId="1965414732" sldId="4452"/>
            <ac:spMk id="28" creationId="{6C4028FD-8BAA-4A19-BFDE-594D991B7552}"/>
          </ac:spMkLst>
        </pc:spChg>
        <pc:grpChg chg="add">
          <ac:chgData name="Vineeth Kumar Baradi" userId="S::baradivi@udmercy.edu::6282cf44-6bf0-4cd4-bdd8-cdb3d19baa5f" providerId="AD" clId="Web-{4E5BEF7D-3DF9-D512-D1F1-FE1F38419046}" dt="2024-12-06T04:56:54.272" v="108"/>
          <ac:grpSpMkLst>
            <pc:docMk/>
            <pc:sldMk cId="1965414732" sldId="4452"/>
            <ac:grpSpMk id="14" creationId="{5FE9FE4C-C9E0-4C54-8010-EA9D29CD4D59}"/>
          </ac:grpSpMkLst>
        </pc:grpChg>
        <pc:grpChg chg="add del">
          <ac:chgData name="Vineeth Kumar Baradi" userId="S::baradivi@udmercy.edu::6282cf44-6bf0-4cd4-bdd8-cdb3d19baa5f" providerId="AD" clId="Web-{4E5BEF7D-3DF9-D512-D1F1-FE1F38419046}" dt="2024-12-06T04:53:29.812" v="71"/>
          <ac:grpSpMkLst>
            <pc:docMk/>
            <pc:sldMk cId="1965414732" sldId="4452"/>
            <ac:grpSpMk id="15" creationId="{B3F7A3C7-0737-4E57-B30E-8EEFE638B401}"/>
          </ac:grpSpMkLst>
        </pc:grpChg>
        <pc:grpChg chg="add del">
          <ac:chgData name="Vineeth Kumar Baradi" userId="S::baradivi@udmercy.edu::6282cf44-6bf0-4cd4-bdd8-cdb3d19baa5f" providerId="AD" clId="Web-{4E5BEF7D-3DF9-D512-D1F1-FE1F38419046}" dt="2024-12-06T04:53:29.812" v="71"/>
          <ac:grpSpMkLst>
            <pc:docMk/>
            <pc:sldMk cId="1965414732" sldId="4452"/>
            <ac:grpSpMk id="19" creationId="{43F5E015-E085-4624-B431-B42414448684}"/>
          </ac:grpSpMkLst>
        </pc:grpChg>
        <pc:graphicFrameChg chg="add del mod modGraphic">
          <ac:chgData name="Vineeth Kumar Baradi" userId="S::baradivi@udmercy.edu::6282cf44-6bf0-4cd4-bdd8-cdb3d19baa5f" providerId="AD" clId="Web-{4E5BEF7D-3DF9-D512-D1F1-FE1F38419046}" dt="2024-12-06T04:53:40.687" v="75"/>
          <ac:graphicFrameMkLst>
            <pc:docMk/>
            <pc:sldMk cId="1965414732" sldId="4452"/>
            <ac:graphicFrameMk id="6" creationId="{E94291EF-A065-08FA-F28E-B787BB293FE1}"/>
          </ac:graphicFrameMkLst>
        </pc:graphicFrameChg>
        <pc:graphicFrameChg chg="add">
          <ac:chgData name="Vineeth Kumar Baradi" userId="S::baradivi@udmercy.edu::6282cf44-6bf0-4cd4-bdd8-cdb3d19baa5f" providerId="AD" clId="Web-{4E5BEF7D-3DF9-D512-D1F1-FE1F38419046}" dt="2024-12-06T04:54:29.283" v="102"/>
          <ac:graphicFrameMkLst>
            <pc:docMk/>
            <pc:sldMk cId="1965414732" sldId="4452"/>
            <ac:graphicFrameMk id="7" creationId="{24477E21-924F-91F9-EB91-C72B8CB875B3}"/>
          </ac:graphicFrameMkLst>
        </pc:graphicFrameChg>
      </pc:sldChg>
      <pc:sldChg chg="addSp delSp modSp mod setBg">
        <pc:chgData name="Vineeth Kumar Baradi" userId="S::baradivi@udmercy.edu::6282cf44-6bf0-4cd4-bdd8-cdb3d19baa5f" providerId="AD" clId="Web-{4E5BEF7D-3DF9-D512-D1F1-FE1F38419046}" dt="2024-12-06T05:15:04.189" v="138" actId="20577"/>
        <pc:sldMkLst>
          <pc:docMk/>
          <pc:sldMk cId="3928341120" sldId="4453"/>
        </pc:sldMkLst>
        <pc:spChg chg="mod">
          <ac:chgData name="Vineeth Kumar Baradi" userId="S::baradivi@udmercy.edu::6282cf44-6bf0-4cd4-bdd8-cdb3d19baa5f" providerId="AD" clId="Web-{4E5BEF7D-3DF9-D512-D1F1-FE1F38419046}" dt="2024-12-06T05:15:04.189" v="138" actId="20577"/>
          <ac:spMkLst>
            <pc:docMk/>
            <pc:sldMk cId="3928341120" sldId="4453"/>
            <ac:spMk id="2" creationId="{D6165838-44F3-B5F5-E10B-26637177FBAC}"/>
          </ac:spMkLst>
        </pc:spChg>
        <pc:spChg chg="add del">
          <ac:chgData name="Vineeth Kumar Baradi" userId="S::baradivi@udmercy.edu::6282cf44-6bf0-4cd4-bdd8-cdb3d19baa5f" providerId="AD" clId="Web-{4E5BEF7D-3DF9-D512-D1F1-FE1F38419046}" dt="2024-12-06T05:00:57.485" v="115"/>
          <ac:spMkLst>
            <pc:docMk/>
            <pc:sldMk cId="3928341120" sldId="4453"/>
            <ac:spMk id="7" creationId="{04357C93-F0CB-4A1C-8F77-4E9063789819}"/>
          </ac:spMkLst>
        </pc:spChg>
        <pc:spChg chg="add del">
          <ac:chgData name="Vineeth Kumar Baradi" userId="S::baradivi@udmercy.edu::6282cf44-6bf0-4cd4-bdd8-cdb3d19baa5f" providerId="AD" clId="Web-{4E5BEF7D-3DF9-D512-D1F1-FE1F38419046}" dt="2024-12-06T05:00:57.485" v="115"/>
          <ac:spMkLst>
            <pc:docMk/>
            <pc:sldMk cId="3928341120" sldId="4453"/>
            <ac:spMk id="9" creationId="{E45B1D5C-0827-4AF0-8186-11FC5A8B8B92}"/>
          </ac:spMkLst>
        </pc:spChg>
        <pc:spChg chg="add del">
          <ac:chgData name="Vineeth Kumar Baradi" userId="S::baradivi@udmercy.edu::6282cf44-6bf0-4cd4-bdd8-cdb3d19baa5f" providerId="AD" clId="Web-{4E5BEF7D-3DF9-D512-D1F1-FE1F38419046}" dt="2024-12-06T05:00:57.485" v="115"/>
          <ac:spMkLst>
            <pc:docMk/>
            <pc:sldMk cId="3928341120" sldId="4453"/>
            <ac:spMk id="10" creationId="{90F533E9-6690-41A8-A372-4C6C622D028D}"/>
          </ac:spMkLst>
        </pc:spChg>
        <pc:spChg chg="add del">
          <ac:chgData name="Vineeth Kumar Baradi" userId="S::baradivi@udmercy.edu::6282cf44-6bf0-4cd4-bdd8-cdb3d19baa5f" providerId="AD" clId="Web-{4E5BEF7D-3DF9-D512-D1F1-FE1F38419046}" dt="2024-12-06T05:00:57.485" v="115"/>
          <ac:spMkLst>
            <pc:docMk/>
            <pc:sldMk cId="3928341120" sldId="4453"/>
            <ac:spMk id="11" creationId="{99413ED5-9ED4-4772-BCE4-2BCAE6B12E35}"/>
          </ac:spMkLst>
        </pc:spChg>
        <pc:spChg chg="add del">
          <ac:chgData name="Vineeth Kumar Baradi" userId="S::baradivi@udmercy.edu::6282cf44-6bf0-4cd4-bdd8-cdb3d19baa5f" providerId="AD" clId="Web-{4E5BEF7D-3DF9-D512-D1F1-FE1F38419046}" dt="2024-12-06T05:00:40.265" v="112"/>
          <ac:spMkLst>
            <pc:docMk/>
            <pc:sldMk cId="3928341120" sldId="4453"/>
            <ac:spMk id="13" creationId="{71EC1228-8B00-4D31-8616-AAB846D68CEF}"/>
          </ac:spMkLst>
        </pc:spChg>
        <pc:spChg chg="add">
          <ac:chgData name="Vineeth Kumar Baradi" userId="S::baradivi@udmercy.edu::6282cf44-6bf0-4cd4-bdd8-cdb3d19baa5f" providerId="AD" clId="Web-{4E5BEF7D-3DF9-D512-D1F1-FE1F38419046}" dt="2024-12-06T05:00:57.500" v="116"/>
          <ac:spMkLst>
            <pc:docMk/>
            <pc:sldMk cId="3928341120" sldId="4453"/>
            <ac:spMk id="14" creationId="{BA79A7CF-01AF-4178-9369-94E0C90EB046}"/>
          </ac:spMkLst>
        </pc:spChg>
        <pc:spChg chg="add del">
          <ac:chgData name="Vineeth Kumar Baradi" userId="S::baradivi@udmercy.edu::6282cf44-6bf0-4cd4-bdd8-cdb3d19baa5f" providerId="AD" clId="Web-{4E5BEF7D-3DF9-D512-D1F1-FE1F38419046}" dt="2024-12-06T05:00:40.265" v="112"/>
          <ac:spMkLst>
            <pc:docMk/>
            <pc:sldMk cId="3928341120" sldId="4453"/>
            <ac:spMk id="15" creationId="{99413ED5-9ED4-4772-BCE4-2BCAE6B12E35}"/>
          </ac:spMkLst>
        </pc:spChg>
        <pc:spChg chg="add">
          <ac:chgData name="Vineeth Kumar Baradi" userId="S::baradivi@udmercy.edu::6282cf44-6bf0-4cd4-bdd8-cdb3d19baa5f" providerId="AD" clId="Web-{4E5BEF7D-3DF9-D512-D1F1-FE1F38419046}" dt="2024-12-06T05:00:57.500" v="116"/>
          <ac:spMkLst>
            <pc:docMk/>
            <pc:sldMk cId="3928341120" sldId="4453"/>
            <ac:spMk id="16" creationId="{99413ED5-9ED4-4772-BCE4-2BCAE6B12E35}"/>
          </ac:spMkLst>
        </pc:spChg>
        <pc:spChg chg="add del">
          <ac:chgData name="Vineeth Kumar Baradi" userId="S::baradivi@udmercy.edu::6282cf44-6bf0-4cd4-bdd8-cdb3d19baa5f" providerId="AD" clId="Web-{4E5BEF7D-3DF9-D512-D1F1-FE1F38419046}" dt="2024-12-06T05:00:40.265" v="112"/>
          <ac:spMkLst>
            <pc:docMk/>
            <pc:sldMk cId="3928341120" sldId="4453"/>
            <ac:spMk id="17" creationId="{04357C93-F0CB-4A1C-8F77-4E9063789819}"/>
          </ac:spMkLst>
        </pc:spChg>
        <pc:spChg chg="add">
          <ac:chgData name="Vineeth Kumar Baradi" userId="S::baradivi@udmercy.edu::6282cf44-6bf0-4cd4-bdd8-cdb3d19baa5f" providerId="AD" clId="Web-{4E5BEF7D-3DF9-D512-D1F1-FE1F38419046}" dt="2024-12-06T05:00:57.500" v="116"/>
          <ac:spMkLst>
            <pc:docMk/>
            <pc:sldMk cId="3928341120" sldId="4453"/>
            <ac:spMk id="18" creationId="{04357C93-F0CB-4A1C-8F77-4E9063789819}"/>
          </ac:spMkLst>
        </pc:spChg>
        <pc:spChg chg="add del">
          <ac:chgData name="Vineeth Kumar Baradi" userId="S::baradivi@udmercy.edu::6282cf44-6bf0-4cd4-bdd8-cdb3d19baa5f" providerId="AD" clId="Web-{4E5BEF7D-3DF9-D512-D1F1-FE1F38419046}" dt="2024-12-06T05:00:40.265" v="112"/>
          <ac:spMkLst>
            <pc:docMk/>
            <pc:sldMk cId="3928341120" sldId="4453"/>
            <ac:spMk id="19" creationId="{90F533E9-6690-41A8-A372-4C6C622D028D}"/>
          </ac:spMkLst>
        </pc:spChg>
        <pc:spChg chg="add">
          <ac:chgData name="Vineeth Kumar Baradi" userId="S::baradivi@udmercy.edu::6282cf44-6bf0-4cd4-bdd8-cdb3d19baa5f" providerId="AD" clId="Web-{4E5BEF7D-3DF9-D512-D1F1-FE1F38419046}" dt="2024-12-06T05:00:57.500" v="116"/>
          <ac:spMkLst>
            <pc:docMk/>
            <pc:sldMk cId="3928341120" sldId="4453"/>
            <ac:spMk id="20" creationId="{90F533E9-6690-41A8-A372-4C6C622D028D}"/>
          </ac:spMkLst>
        </pc:spChg>
        <pc:picChg chg="mod ord">
          <ac:chgData name="Vineeth Kumar Baradi" userId="S::baradivi@udmercy.edu::6282cf44-6bf0-4cd4-bdd8-cdb3d19baa5f" providerId="AD" clId="Web-{4E5BEF7D-3DF9-D512-D1F1-FE1F38419046}" dt="2024-12-06T05:00:57.500" v="116"/>
          <ac:picMkLst>
            <pc:docMk/>
            <pc:sldMk cId="3928341120" sldId="4453"/>
            <ac:picMk id="4" creationId="{CB67ADA6-B207-59FE-D03B-9391DA902969}"/>
          </ac:picMkLst>
        </pc:picChg>
        <pc:picChg chg="add del mod">
          <ac:chgData name="Vineeth Kumar Baradi" userId="S::baradivi@udmercy.edu::6282cf44-6bf0-4cd4-bdd8-cdb3d19baa5f" providerId="AD" clId="Web-{4E5BEF7D-3DF9-D512-D1F1-FE1F38419046}" dt="2024-12-06T05:00:44.625" v="113"/>
          <ac:picMkLst>
            <pc:docMk/>
            <pc:sldMk cId="3928341120" sldId="4453"/>
            <ac:picMk id="8" creationId="{6DFB6878-3867-7094-6DDF-155504B824E0}"/>
          </ac:picMkLst>
        </pc:picChg>
      </pc:sldChg>
      <pc:sldChg chg="modSp del">
        <pc:chgData name="Vineeth Kumar Baradi" userId="S::baradivi@udmercy.edu::6282cf44-6bf0-4cd4-bdd8-cdb3d19baa5f" providerId="AD" clId="Web-{4E5BEF7D-3DF9-D512-D1F1-FE1F38419046}" dt="2024-12-06T05:23:08.488" v="217"/>
        <pc:sldMkLst>
          <pc:docMk/>
          <pc:sldMk cId="1036884270" sldId="4454"/>
        </pc:sldMkLst>
        <pc:spChg chg="mod">
          <ac:chgData name="Vineeth Kumar Baradi" userId="S::baradivi@udmercy.edu::6282cf44-6bf0-4cd4-bdd8-cdb3d19baa5f" providerId="AD" clId="Web-{4E5BEF7D-3DF9-D512-D1F1-FE1F38419046}" dt="2024-12-06T05:21:40.719" v="197" actId="1076"/>
          <ac:spMkLst>
            <pc:docMk/>
            <pc:sldMk cId="1036884270" sldId="4454"/>
            <ac:spMk id="2" creationId="{86A5DD0C-4682-1FDC-BB11-64BC82BC1D1B}"/>
          </ac:spMkLst>
        </pc:spChg>
      </pc:sldChg>
      <pc:sldChg chg="addSp delSp modSp mod setBg">
        <pc:chgData name="Vineeth Kumar Baradi" userId="S::baradivi@udmercy.edu::6282cf44-6bf0-4cd4-bdd8-cdb3d19baa5f" providerId="AD" clId="Web-{4E5BEF7D-3DF9-D512-D1F1-FE1F38419046}" dt="2024-12-06T05:20:18.091" v="172" actId="20577"/>
        <pc:sldMkLst>
          <pc:docMk/>
          <pc:sldMk cId="407336123" sldId="4471"/>
        </pc:sldMkLst>
        <pc:spChg chg="add mod">
          <ac:chgData name="Vineeth Kumar Baradi" userId="S::baradivi@udmercy.edu::6282cf44-6bf0-4cd4-bdd8-cdb3d19baa5f" providerId="AD" clId="Web-{4E5BEF7D-3DF9-D512-D1F1-FE1F38419046}" dt="2024-12-06T05:19:58.997" v="169"/>
          <ac:spMkLst>
            <pc:docMk/>
            <pc:sldMk cId="407336123" sldId="4471"/>
            <ac:spMk id="2" creationId="{28B7CD27-B43F-94C2-CA21-1354711002E8}"/>
          </ac:spMkLst>
        </pc:spChg>
        <pc:spChg chg="mod">
          <ac:chgData name="Vineeth Kumar Baradi" userId="S::baradivi@udmercy.edu::6282cf44-6bf0-4cd4-bdd8-cdb3d19baa5f" providerId="AD" clId="Web-{4E5BEF7D-3DF9-D512-D1F1-FE1F38419046}" dt="2024-12-06T05:20:18.091" v="172" actId="20577"/>
          <ac:spMkLst>
            <pc:docMk/>
            <pc:sldMk cId="407336123" sldId="4471"/>
            <ac:spMk id="3" creationId="{F7CC52F9-DC8F-C0CA-9891-EE0B8FC25CAC}"/>
          </ac:spMkLst>
        </pc:spChg>
        <pc:spChg chg="add del">
          <ac:chgData name="Vineeth Kumar Baradi" userId="S::baradivi@udmercy.edu::6282cf44-6bf0-4cd4-bdd8-cdb3d19baa5f" providerId="AD" clId="Web-{4E5BEF7D-3DF9-D512-D1F1-FE1F38419046}" dt="2024-12-06T05:19:42.590" v="168"/>
          <ac:spMkLst>
            <pc:docMk/>
            <pc:sldMk cId="407336123" sldId="4471"/>
            <ac:spMk id="10" creationId="{A3363022-C969-41E9-8EB2-E4C94908C1FA}"/>
          </ac:spMkLst>
        </pc:spChg>
        <pc:spChg chg="add del">
          <ac:chgData name="Vineeth Kumar Baradi" userId="S::baradivi@udmercy.edu::6282cf44-6bf0-4cd4-bdd8-cdb3d19baa5f" providerId="AD" clId="Web-{4E5BEF7D-3DF9-D512-D1F1-FE1F38419046}" dt="2024-12-06T05:19:42.590" v="168"/>
          <ac:spMkLst>
            <pc:docMk/>
            <pc:sldMk cId="407336123" sldId="4471"/>
            <ac:spMk id="12" creationId="{8D1AD6B3-BE88-4CEB-BA17-790657CC4729}"/>
          </ac:spMkLst>
        </pc:spChg>
        <pc:spChg chg="add">
          <ac:chgData name="Vineeth Kumar Baradi" userId="S::baradivi@udmercy.edu::6282cf44-6bf0-4cd4-bdd8-cdb3d19baa5f" providerId="AD" clId="Web-{4E5BEF7D-3DF9-D512-D1F1-FE1F38419046}" dt="2024-12-06T05:19:42.590" v="168"/>
          <ac:spMkLst>
            <pc:docMk/>
            <pc:sldMk cId="407336123" sldId="4471"/>
            <ac:spMk id="22" creationId="{3346177D-ADC4-4968-B747-5CFCD390B5B9}"/>
          </ac:spMkLst>
        </pc:spChg>
        <pc:spChg chg="add">
          <ac:chgData name="Vineeth Kumar Baradi" userId="S::baradivi@udmercy.edu::6282cf44-6bf0-4cd4-bdd8-cdb3d19baa5f" providerId="AD" clId="Web-{4E5BEF7D-3DF9-D512-D1F1-FE1F38419046}" dt="2024-12-06T05:19:42.590" v="168"/>
          <ac:spMkLst>
            <pc:docMk/>
            <pc:sldMk cId="407336123" sldId="4471"/>
            <ac:spMk id="24" creationId="{0844A943-BF79-4FEA-ABB1-3BD54D236606}"/>
          </ac:spMkLst>
        </pc:spChg>
        <pc:spChg chg="add">
          <ac:chgData name="Vineeth Kumar Baradi" userId="S::baradivi@udmercy.edu::6282cf44-6bf0-4cd4-bdd8-cdb3d19baa5f" providerId="AD" clId="Web-{4E5BEF7D-3DF9-D512-D1F1-FE1F38419046}" dt="2024-12-06T05:19:42.590" v="168"/>
          <ac:spMkLst>
            <pc:docMk/>
            <pc:sldMk cId="407336123" sldId="4471"/>
            <ac:spMk id="26" creationId="{6437CC72-F4A8-4DC3-AFAB-D22C482C8100}"/>
          </ac:spMkLst>
        </pc:spChg>
        <pc:grpChg chg="add del">
          <ac:chgData name="Vineeth Kumar Baradi" userId="S::baradivi@udmercy.edu::6282cf44-6bf0-4cd4-bdd8-cdb3d19baa5f" providerId="AD" clId="Web-{4E5BEF7D-3DF9-D512-D1F1-FE1F38419046}" dt="2024-12-06T05:19:42.590" v="168"/>
          <ac:grpSpMkLst>
            <pc:docMk/>
            <pc:sldMk cId="407336123" sldId="4471"/>
            <ac:grpSpMk id="14" creationId="{89D1390B-7E13-4B4F-9CB2-391063412E54}"/>
          </ac:grpSpMkLst>
        </pc:grpChg>
        <pc:picChg chg="add mod">
          <ac:chgData name="Vineeth Kumar Baradi" userId="S::baradivi@udmercy.edu::6282cf44-6bf0-4cd4-bdd8-cdb3d19baa5f" providerId="AD" clId="Web-{4E5BEF7D-3DF9-D512-D1F1-FE1F38419046}" dt="2024-12-06T05:19:42.590" v="168"/>
          <ac:picMkLst>
            <pc:docMk/>
            <pc:sldMk cId="407336123" sldId="4471"/>
            <ac:picMk id="7" creationId="{415F6299-B696-3D79-FF5C-8A31F1137AA6}"/>
          </ac:picMkLst>
        </pc:picChg>
      </pc:sldChg>
      <pc:sldChg chg="addSp modSp new">
        <pc:chgData name="Vineeth Kumar Baradi" userId="S::baradivi@udmercy.edu::6282cf44-6bf0-4cd4-bdd8-cdb3d19baa5f" providerId="AD" clId="Web-{4E5BEF7D-3DF9-D512-D1F1-FE1F38419046}" dt="2024-12-06T05:23:23.114" v="221" actId="20577"/>
        <pc:sldMkLst>
          <pc:docMk/>
          <pc:sldMk cId="4191217548" sldId="4472"/>
        </pc:sldMkLst>
        <pc:spChg chg="add mod">
          <ac:chgData name="Vineeth Kumar Baradi" userId="S::baradivi@udmercy.edu::6282cf44-6bf0-4cd4-bdd8-cdb3d19baa5f" providerId="AD" clId="Web-{4E5BEF7D-3DF9-D512-D1F1-FE1F38419046}" dt="2024-12-06T05:23:23.114" v="221" actId="20577"/>
          <ac:spMkLst>
            <pc:docMk/>
            <pc:sldMk cId="4191217548" sldId="4472"/>
            <ac:spMk id="2" creationId="{A15E2591-21C8-F758-D7CA-B9C2E59A5145}"/>
          </ac:spMkLst>
        </pc:spChg>
      </pc:sldChg>
    </pc:docChg>
  </pc:docChgLst>
  <pc:docChgLst>
    <pc:chgData name="Baskaran Palanisamy" userId="S::bpalani@udmercy.edu::2a319706-4ac5-46c5-8203-0c5f5ee7ff45" providerId="AD" clId="Web-{584291CD-F628-464D-8A16-8F8726672421}"/>
    <pc:docChg chg="addSld delSld">
      <pc:chgData name="Baskaran Palanisamy" userId="S::bpalani@udmercy.edu::2a319706-4ac5-46c5-8203-0c5f5ee7ff45" providerId="AD" clId="Web-{584291CD-F628-464D-8A16-8F8726672421}" dt="2024-12-05T23:14:12.388" v="1"/>
      <pc:docMkLst>
        <pc:docMk/>
      </pc:docMkLst>
      <pc:sldChg chg="del">
        <pc:chgData name="Baskaran Palanisamy" userId="S::bpalani@udmercy.edu::2a319706-4ac5-46c5-8203-0c5f5ee7ff45" providerId="AD" clId="Web-{584291CD-F628-464D-8A16-8F8726672421}" dt="2024-12-05T23:14:07.904" v="0"/>
        <pc:sldMkLst>
          <pc:docMk/>
          <pc:sldMk cId="3331870743" sldId="4461"/>
        </pc:sldMkLst>
      </pc:sldChg>
      <pc:sldChg chg="new">
        <pc:chgData name="Baskaran Palanisamy" userId="S::bpalani@udmercy.edu::2a319706-4ac5-46c5-8203-0c5f5ee7ff45" providerId="AD" clId="Web-{584291CD-F628-464D-8A16-8F8726672421}" dt="2024-12-05T23:14:12.388" v="1"/>
        <pc:sldMkLst>
          <pc:docMk/>
          <pc:sldMk cId="1654895439" sldId="4470"/>
        </pc:sldMkLst>
      </pc:sldChg>
    </pc:docChg>
  </pc:docChgLst>
  <pc:docChgLst>
    <pc:chgData name="Guest User" providerId="Windows Live" clId="Web-{832EF78B-940A-49FB-7728-3F30FF8AE86F}"/>
    <pc:docChg chg="addSld delSld modSld">
      <pc:chgData name="Guest User" userId="" providerId="Windows Live" clId="Web-{832EF78B-940A-49FB-7728-3F30FF8AE86F}" dt="2024-12-03T23:23:46.215" v="836"/>
      <pc:docMkLst>
        <pc:docMk/>
      </pc:docMkLst>
      <pc:sldChg chg="modSp">
        <pc:chgData name="Guest User" userId="" providerId="Windows Live" clId="Web-{832EF78B-940A-49FB-7728-3F30FF8AE86F}" dt="2024-12-03T22:14:18.469" v="4" actId="20577"/>
        <pc:sldMkLst>
          <pc:docMk/>
          <pc:sldMk cId="332353598" sldId="4435"/>
        </pc:sldMkLst>
        <pc:spChg chg="mod">
          <ac:chgData name="Guest User" userId="" providerId="Windows Live" clId="Web-{832EF78B-940A-49FB-7728-3F30FF8AE86F}" dt="2024-12-03T22:14:18.469" v="4" actId="20577"/>
          <ac:spMkLst>
            <pc:docMk/>
            <pc:sldMk cId="332353598" sldId="4435"/>
            <ac:spMk id="65" creationId="{28781869-278A-9AD9-CE7F-2987ADB7C9E9}"/>
          </ac:spMkLst>
        </pc:spChg>
      </pc:sldChg>
      <pc:sldChg chg="modSp">
        <pc:chgData name="Guest User" userId="" providerId="Windows Live" clId="Web-{832EF78B-940A-49FB-7728-3F30FF8AE86F}" dt="2024-12-03T22:22:15.786" v="19" actId="1076"/>
        <pc:sldMkLst>
          <pc:docMk/>
          <pc:sldMk cId="1258359381" sldId="4437"/>
        </pc:sldMkLst>
        <pc:spChg chg="mod">
          <ac:chgData name="Guest User" userId="" providerId="Windows Live" clId="Web-{832EF78B-940A-49FB-7728-3F30FF8AE86F}" dt="2024-12-03T22:22:15.786" v="19" actId="1076"/>
          <ac:spMkLst>
            <pc:docMk/>
            <pc:sldMk cId="1258359381" sldId="4437"/>
            <ac:spMk id="5" creationId="{67E9E4C3-FFBD-425C-6E8D-1DD9839F88DC}"/>
          </ac:spMkLst>
        </pc:spChg>
        <pc:picChg chg="mod">
          <ac:chgData name="Guest User" userId="" providerId="Windows Live" clId="Web-{832EF78B-940A-49FB-7728-3F30FF8AE86F}" dt="2024-12-03T22:18:42.268" v="16"/>
          <ac:picMkLst>
            <pc:docMk/>
            <pc:sldMk cId="1258359381" sldId="4437"/>
            <ac:picMk id="3" creationId="{3FD57BDF-96BF-FA52-7257-7AC338654879}"/>
          </ac:picMkLst>
        </pc:picChg>
      </pc:sldChg>
      <pc:sldChg chg="addSp delSp modSp del">
        <pc:chgData name="Guest User" userId="" providerId="Windows Live" clId="Web-{832EF78B-940A-49FB-7728-3F30FF8AE86F}" dt="2024-12-03T23:23:46.215" v="836"/>
        <pc:sldMkLst>
          <pc:docMk/>
          <pc:sldMk cId="791585641" sldId="4438"/>
        </pc:sldMkLst>
      </pc:sldChg>
      <pc:sldChg chg="addSp modSp">
        <pc:chgData name="Guest User" userId="" providerId="Windows Live" clId="Web-{832EF78B-940A-49FB-7728-3F30FF8AE86F}" dt="2024-12-03T23:23:36.949" v="835" actId="20577"/>
        <pc:sldMkLst>
          <pc:docMk/>
          <pc:sldMk cId="195264445" sldId="4439"/>
        </pc:sldMkLst>
        <pc:spChg chg="add mod">
          <ac:chgData name="Guest User" userId="" providerId="Windows Live" clId="Web-{832EF78B-940A-49FB-7728-3F30FF8AE86F}" dt="2024-12-03T23:23:30.495" v="824" actId="1076"/>
          <ac:spMkLst>
            <pc:docMk/>
            <pc:sldMk cId="195264445" sldId="4439"/>
            <ac:spMk id="4" creationId="{3A21481B-579C-65A0-A459-069ED91A3B6E}"/>
          </ac:spMkLst>
        </pc:spChg>
        <pc:spChg chg="add">
          <ac:chgData name="Guest User" userId="" providerId="Windows Live" clId="Web-{832EF78B-940A-49FB-7728-3F30FF8AE86F}" dt="2024-12-03T23:23:13.573" v="823"/>
          <ac:spMkLst>
            <pc:docMk/>
            <pc:sldMk cId="195264445" sldId="4439"/>
            <ac:spMk id="6" creationId="{62DD2C8E-BB68-4799-02B9-42017C56AEC9}"/>
          </ac:spMkLst>
        </pc:spChg>
        <pc:spChg chg="add mod">
          <ac:chgData name="Guest User" userId="" providerId="Windows Live" clId="Web-{832EF78B-940A-49FB-7728-3F30FF8AE86F}" dt="2024-12-03T23:23:36.949" v="835" actId="20577"/>
          <ac:spMkLst>
            <pc:docMk/>
            <pc:sldMk cId="195264445" sldId="4439"/>
            <ac:spMk id="7" creationId="{022AFE47-92EF-1710-41E3-899D3FDB939C}"/>
          </ac:spMkLst>
        </pc:spChg>
      </pc:sldChg>
      <pc:sldChg chg="addSp modSp new">
        <pc:chgData name="Guest User" userId="" providerId="Windows Live" clId="Web-{832EF78B-940A-49FB-7728-3F30FF8AE86F}" dt="2024-12-03T22:26:52.711" v="71" actId="14100"/>
        <pc:sldMkLst>
          <pc:docMk/>
          <pc:sldMk cId="874501474" sldId="4440"/>
        </pc:sldMkLst>
        <pc:spChg chg="add mod">
          <ac:chgData name="Guest User" userId="" providerId="Windows Live" clId="Web-{832EF78B-940A-49FB-7728-3F30FF8AE86F}" dt="2024-12-03T22:26:52.711" v="71" actId="14100"/>
          <ac:spMkLst>
            <pc:docMk/>
            <pc:sldMk cId="874501474" sldId="4440"/>
            <ac:spMk id="3" creationId="{4DBD1A9E-9DDC-3A25-B14C-E3F18E4F928F}"/>
          </ac:spMkLst>
        </pc:spChg>
      </pc:sldChg>
      <pc:sldChg chg="addSp modSp new">
        <pc:chgData name="Guest User" userId="" providerId="Windows Live" clId="Web-{832EF78B-940A-49FB-7728-3F30FF8AE86F}" dt="2024-12-03T23:17:52.312" v="778" actId="20577"/>
        <pc:sldMkLst>
          <pc:docMk/>
          <pc:sldMk cId="1803332084" sldId="4441"/>
        </pc:sldMkLst>
      </pc:sldChg>
      <pc:sldChg chg="addSp modSp new">
        <pc:chgData name="Guest User" userId="" providerId="Windows Live" clId="Web-{832EF78B-940A-49FB-7728-3F30FF8AE86F}" dt="2024-12-03T23:17:58.640" v="779" actId="1076"/>
        <pc:sldMkLst>
          <pc:docMk/>
          <pc:sldMk cId="2933947123" sldId="4442"/>
        </pc:sldMkLst>
      </pc:sldChg>
      <pc:sldChg chg="addSp modSp new">
        <pc:chgData name="Guest User" userId="" providerId="Windows Live" clId="Web-{832EF78B-940A-49FB-7728-3F30FF8AE86F}" dt="2024-12-03T22:30:26.556" v="118" actId="20577"/>
        <pc:sldMkLst>
          <pc:docMk/>
          <pc:sldMk cId="1670108546" sldId="4443"/>
        </pc:sldMkLst>
      </pc:sldChg>
      <pc:sldChg chg="addSp modSp new">
        <pc:chgData name="Guest User" userId="" providerId="Windows Live" clId="Web-{832EF78B-940A-49FB-7728-3F30FF8AE86F}" dt="2024-12-03T23:18:50.798" v="789" actId="20577"/>
        <pc:sldMkLst>
          <pc:docMk/>
          <pc:sldMk cId="2327626821" sldId="4444"/>
        </pc:sldMkLst>
      </pc:sldChg>
      <pc:sldChg chg="addSp modSp new">
        <pc:chgData name="Guest User" userId="" providerId="Windows Live" clId="Web-{832EF78B-940A-49FB-7728-3F30FF8AE86F}" dt="2024-12-03T22:32:01.589" v="137" actId="1076"/>
        <pc:sldMkLst>
          <pc:docMk/>
          <pc:sldMk cId="1881291225" sldId="4445"/>
        </pc:sldMkLst>
        <pc:spChg chg="add mod">
          <ac:chgData name="Guest User" userId="" providerId="Windows Live" clId="Web-{832EF78B-940A-49FB-7728-3F30FF8AE86F}" dt="2024-12-03T22:32:01.589" v="137" actId="1076"/>
          <ac:spMkLst>
            <pc:docMk/>
            <pc:sldMk cId="1881291225" sldId="4445"/>
            <ac:spMk id="2" creationId="{73322D96-9C5C-3068-AF6B-FF0F1C9B623B}"/>
          </ac:spMkLst>
        </pc:spChg>
      </pc:sldChg>
      <pc:sldChg chg="addSp modSp new">
        <pc:chgData name="Guest User" userId="" providerId="Windows Live" clId="Web-{832EF78B-940A-49FB-7728-3F30FF8AE86F}" dt="2024-12-03T22:32:22.229" v="141" actId="1076"/>
        <pc:sldMkLst>
          <pc:docMk/>
          <pc:sldMk cId="626668624" sldId="4446"/>
        </pc:sldMkLst>
        <pc:spChg chg="add mod">
          <ac:chgData name="Guest User" userId="" providerId="Windows Live" clId="Web-{832EF78B-940A-49FB-7728-3F30FF8AE86F}" dt="2024-12-03T22:32:22.229" v="141" actId="1076"/>
          <ac:spMkLst>
            <pc:docMk/>
            <pc:sldMk cId="626668624" sldId="4446"/>
            <ac:spMk id="2" creationId="{90DCF00F-4613-06C9-C338-CFB9E0511D65}"/>
          </ac:spMkLst>
        </pc:spChg>
      </pc:sldChg>
      <pc:sldChg chg="addSp modSp new">
        <pc:chgData name="Guest User" userId="" providerId="Windows Live" clId="Web-{832EF78B-940A-49FB-7728-3F30FF8AE86F}" dt="2024-12-03T22:32:59.558" v="145" actId="1076"/>
        <pc:sldMkLst>
          <pc:docMk/>
          <pc:sldMk cId="877260652" sldId="4447"/>
        </pc:sldMkLst>
        <pc:spChg chg="add mod">
          <ac:chgData name="Guest User" userId="" providerId="Windows Live" clId="Web-{832EF78B-940A-49FB-7728-3F30FF8AE86F}" dt="2024-12-03T22:32:59.558" v="145" actId="1076"/>
          <ac:spMkLst>
            <pc:docMk/>
            <pc:sldMk cId="877260652" sldId="4447"/>
            <ac:spMk id="2" creationId="{40D50A8F-4B44-4B69-650B-D8AC7B7D6D11}"/>
          </ac:spMkLst>
        </pc:spChg>
      </pc:sldChg>
      <pc:sldChg chg="addSp modSp new">
        <pc:chgData name="Guest User" userId="" providerId="Windows Live" clId="Web-{832EF78B-940A-49FB-7728-3F30FF8AE86F}" dt="2024-12-03T22:33:19.324" v="149" actId="1076"/>
        <pc:sldMkLst>
          <pc:docMk/>
          <pc:sldMk cId="716670410" sldId="4448"/>
        </pc:sldMkLst>
        <pc:spChg chg="add mod">
          <ac:chgData name="Guest User" userId="" providerId="Windows Live" clId="Web-{832EF78B-940A-49FB-7728-3F30FF8AE86F}" dt="2024-12-03T22:33:19.324" v="149" actId="1076"/>
          <ac:spMkLst>
            <pc:docMk/>
            <pc:sldMk cId="716670410" sldId="4448"/>
            <ac:spMk id="2" creationId="{2A2403DD-20CC-BDA8-E82C-74514C4CEA05}"/>
          </ac:spMkLst>
        </pc:spChg>
      </pc:sldChg>
      <pc:sldChg chg="addSp modSp new">
        <pc:chgData name="Guest User" userId="" providerId="Windows Live" clId="Web-{832EF78B-940A-49FB-7728-3F30FF8AE86F}" dt="2024-12-03T22:33:48.277" v="154" actId="1076"/>
        <pc:sldMkLst>
          <pc:docMk/>
          <pc:sldMk cId="172059285" sldId="4449"/>
        </pc:sldMkLst>
        <pc:spChg chg="add mod">
          <ac:chgData name="Guest User" userId="" providerId="Windows Live" clId="Web-{832EF78B-940A-49FB-7728-3F30FF8AE86F}" dt="2024-12-03T22:33:48.277" v="154" actId="1076"/>
          <ac:spMkLst>
            <pc:docMk/>
            <pc:sldMk cId="172059285" sldId="4449"/>
            <ac:spMk id="2" creationId="{843CEBF3-B1ED-79CC-0AAE-5BF7C6A2FADA}"/>
          </ac:spMkLst>
        </pc:spChg>
      </pc:sldChg>
      <pc:sldChg chg="addSp modSp new">
        <pc:chgData name="Guest User" userId="" providerId="Windows Live" clId="Web-{832EF78B-940A-49FB-7728-3F30FF8AE86F}" dt="2024-12-03T22:34:14.762" v="158" actId="14100"/>
        <pc:sldMkLst>
          <pc:docMk/>
          <pc:sldMk cId="777748893" sldId="4450"/>
        </pc:sldMkLst>
        <pc:spChg chg="add mod">
          <ac:chgData name="Guest User" userId="" providerId="Windows Live" clId="Web-{832EF78B-940A-49FB-7728-3F30FF8AE86F}" dt="2024-12-03T22:34:14.762" v="158" actId="14100"/>
          <ac:spMkLst>
            <pc:docMk/>
            <pc:sldMk cId="777748893" sldId="4450"/>
            <ac:spMk id="2" creationId="{9E8F9B70-478B-A5CF-6781-9AA719F7CC44}"/>
          </ac:spMkLst>
        </pc:spChg>
      </pc:sldChg>
      <pc:sldChg chg="addSp modSp new">
        <pc:chgData name="Guest User" userId="" providerId="Windows Live" clId="Web-{832EF78B-940A-49FB-7728-3F30FF8AE86F}" dt="2024-12-03T23:19:58.910" v="808" actId="20577"/>
        <pc:sldMkLst>
          <pc:docMk/>
          <pc:sldMk cId="4139616429" sldId="4451"/>
        </pc:sldMkLst>
        <pc:spChg chg="add mod">
          <ac:chgData name="Guest User" userId="" providerId="Windows Live" clId="Web-{832EF78B-940A-49FB-7728-3F30FF8AE86F}" dt="2024-12-03T22:34:38.356" v="163" actId="1076"/>
          <ac:spMkLst>
            <pc:docMk/>
            <pc:sldMk cId="4139616429" sldId="4451"/>
            <ac:spMk id="2" creationId="{F53DD165-757E-4FFA-7C60-34BA27E838CD}"/>
          </ac:spMkLst>
        </pc:spChg>
        <pc:spChg chg="add mod">
          <ac:chgData name="Guest User" userId="" providerId="Windows Live" clId="Web-{832EF78B-940A-49FB-7728-3F30FF8AE86F}" dt="2024-12-03T23:19:58.910" v="808" actId="20577"/>
          <ac:spMkLst>
            <pc:docMk/>
            <pc:sldMk cId="4139616429" sldId="4451"/>
            <ac:spMk id="3" creationId="{66543468-0C77-2D20-56B6-679EA5BA5B2C}"/>
          </ac:spMkLst>
        </pc:spChg>
      </pc:sldChg>
      <pc:sldChg chg="addSp modSp new">
        <pc:chgData name="Guest User" userId="" providerId="Windows Live" clId="Web-{832EF78B-940A-49FB-7728-3F30FF8AE86F}" dt="2024-12-03T22:35:13.215" v="167" actId="1076"/>
        <pc:sldMkLst>
          <pc:docMk/>
          <pc:sldMk cId="1965414732" sldId="4452"/>
        </pc:sldMkLst>
        <pc:spChg chg="add mod">
          <ac:chgData name="Guest User" userId="" providerId="Windows Live" clId="Web-{832EF78B-940A-49FB-7728-3F30FF8AE86F}" dt="2024-12-03T22:35:13.215" v="167" actId="1076"/>
          <ac:spMkLst>
            <pc:docMk/>
            <pc:sldMk cId="1965414732" sldId="4452"/>
            <ac:spMk id="2" creationId="{655DE542-46C2-551D-9500-879DE52779AC}"/>
          </ac:spMkLst>
        </pc:spChg>
      </pc:sldChg>
      <pc:sldChg chg="addSp modSp new">
        <pc:chgData name="Guest User" userId="" providerId="Windows Live" clId="Web-{832EF78B-940A-49FB-7728-3F30FF8AE86F}" dt="2024-12-03T22:35:37.263" v="172" actId="1076"/>
        <pc:sldMkLst>
          <pc:docMk/>
          <pc:sldMk cId="3928341120" sldId="4453"/>
        </pc:sldMkLst>
        <pc:spChg chg="add mod">
          <ac:chgData name="Guest User" userId="" providerId="Windows Live" clId="Web-{832EF78B-940A-49FB-7728-3F30FF8AE86F}" dt="2024-12-03T22:35:37.263" v="172" actId="1076"/>
          <ac:spMkLst>
            <pc:docMk/>
            <pc:sldMk cId="3928341120" sldId="4453"/>
            <ac:spMk id="2" creationId="{D6165838-44F3-B5F5-E10B-26637177FBAC}"/>
          </ac:spMkLst>
        </pc:spChg>
      </pc:sldChg>
      <pc:sldChg chg="addSp modSp new">
        <pc:chgData name="Guest User" userId="" providerId="Windows Live" clId="Web-{832EF78B-940A-49FB-7728-3F30FF8AE86F}" dt="2024-12-03T23:20:56.787" v="817" actId="20577"/>
        <pc:sldMkLst>
          <pc:docMk/>
          <pc:sldMk cId="1036884270" sldId="4454"/>
        </pc:sldMkLst>
        <pc:spChg chg="add mod">
          <ac:chgData name="Guest User" userId="" providerId="Windows Live" clId="Web-{832EF78B-940A-49FB-7728-3F30FF8AE86F}" dt="2024-12-03T22:35:57.138" v="177" actId="1076"/>
          <ac:spMkLst>
            <pc:docMk/>
            <pc:sldMk cId="1036884270" sldId="4454"/>
            <ac:spMk id="2" creationId="{86A5DD0C-4682-1FDC-BB11-64BC82BC1D1B}"/>
          </ac:spMkLst>
        </pc:spChg>
        <pc:spChg chg="add mod">
          <ac:chgData name="Guest User" userId="" providerId="Windows Live" clId="Web-{832EF78B-940A-49FB-7728-3F30FF8AE86F}" dt="2024-12-03T23:20:56.787" v="817" actId="20577"/>
          <ac:spMkLst>
            <pc:docMk/>
            <pc:sldMk cId="1036884270" sldId="4454"/>
            <ac:spMk id="3" creationId="{D9B601DA-25F6-C224-7A7D-D14B0883DF2D}"/>
          </ac:spMkLst>
        </pc:spChg>
      </pc:sldChg>
      <pc:sldChg chg="addSp modSp new">
        <pc:chgData name="Guest User" userId="" providerId="Windows Live" clId="Web-{832EF78B-940A-49FB-7728-3F30FF8AE86F}" dt="2024-12-03T22:36:38.451" v="184" actId="1076"/>
        <pc:sldMkLst>
          <pc:docMk/>
          <pc:sldMk cId="3360008051" sldId="4455"/>
        </pc:sldMkLst>
        <pc:spChg chg="add mod">
          <ac:chgData name="Guest User" userId="" providerId="Windows Live" clId="Web-{832EF78B-940A-49FB-7728-3F30FF8AE86F}" dt="2024-12-03T22:36:38.451" v="184" actId="1076"/>
          <ac:spMkLst>
            <pc:docMk/>
            <pc:sldMk cId="3360008051" sldId="4455"/>
            <ac:spMk id="2" creationId="{4EC52B57-A568-1CCF-BB71-6575CCD2A102}"/>
          </ac:spMkLst>
        </pc:spChg>
      </pc:sldChg>
      <pc:sldChg chg="addSp modSp new">
        <pc:chgData name="Guest User" userId="" providerId="Windows Live" clId="Web-{832EF78B-940A-49FB-7728-3F30FF8AE86F}" dt="2024-12-03T22:36:59.341" v="188" actId="1076"/>
        <pc:sldMkLst>
          <pc:docMk/>
          <pc:sldMk cId="1422157871" sldId="4456"/>
        </pc:sldMkLst>
        <pc:spChg chg="add mod">
          <ac:chgData name="Guest User" userId="" providerId="Windows Live" clId="Web-{832EF78B-940A-49FB-7728-3F30FF8AE86F}" dt="2024-12-03T22:36:59.341" v="188" actId="1076"/>
          <ac:spMkLst>
            <pc:docMk/>
            <pc:sldMk cId="1422157871" sldId="4456"/>
            <ac:spMk id="2" creationId="{DA46CEEA-937C-FF1C-05D3-0FE208781FFF}"/>
          </ac:spMkLst>
        </pc:spChg>
      </pc:sldChg>
      <pc:sldChg chg="addSp modSp new">
        <pc:chgData name="Guest User" userId="" providerId="Windows Live" clId="Web-{832EF78B-940A-49FB-7728-3F30FF8AE86F}" dt="2024-12-03T22:37:23.873" v="192" actId="1076"/>
        <pc:sldMkLst>
          <pc:docMk/>
          <pc:sldMk cId="1931498142" sldId="4457"/>
        </pc:sldMkLst>
      </pc:sldChg>
      <pc:sldChg chg="addSp modSp new">
        <pc:chgData name="Guest User" userId="" providerId="Windows Live" clId="Web-{832EF78B-940A-49FB-7728-3F30FF8AE86F}" dt="2024-12-03T22:51:03.287" v="538" actId="20577"/>
        <pc:sldMkLst>
          <pc:docMk/>
          <pc:sldMk cId="4023840473" sldId="4458"/>
        </pc:sldMkLst>
        <pc:spChg chg="add mod">
          <ac:chgData name="Guest User" userId="" providerId="Windows Live" clId="Web-{832EF78B-940A-49FB-7728-3F30FF8AE86F}" dt="2024-12-03T22:50:55.756" v="533" actId="20577"/>
          <ac:spMkLst>
            <pc:docMk/>
            <pc:sldMk cId="4023840473" sldId="4458"/>
            <ac:spMk id="2" creationId="{1503649E-CEBB-639D-26B2-0D425895F1DF}"/>
          </ac:spMkLst>
        </pc:spChg>
        <pc:spChg chg="add mod">
          <ac:chgData name="Guest User" userId="" providerId="Windows Live" clId="Web-{832EF78B-940A-49FB-7728-3F30FF8AE86F}" dt="2024-12-03T22:51:03.287" v="538" actId="20577"/>
          <ac:spMkLst>
            <pc:docMk/>
            <pc:sldMk cId="4023840473" sldId="4458"/>
            <ac:spMk id="3" creationId="{063975DA-7E5B-C9C8-8C85-B3E8ADE89628}"/>
          </ac:spMkLst>
        </pc:spChg>
      </pc:sldChg>
    </pc:docChg>
  </pc:docChgLst>
  <pc:docChgLst>
    <pc:chgData name="Baskaran Palanisamy" userId="S::bpalani@udmercy.edu::2a319706-4ac5-46c5-8203-0c5f5ee7ff45" providerId="AD" clId="Web-{6CC8588F-C148-4AE1-A8DE-E05E0173EC12}"/>
    <pc:docChg chg="modSld">
      <pc:chgData name="Baskaran Palanisamy" userId="S::bpalani@udmercy.edu::2a319706-4ac5-46c5-8203-0c5f5ee7ff45" providerId="AD" clId="Web-{6CC8588F-C148-4AE1-A8DE-E05E0173EC12}" dt="2024-12-05T23:42:51.246" v="50" actId="1076"/>
      <pc:docMkLst>
        <pc:docMk/>
      </pc:docMkLst>
      <pc:sldChg chg="addSp delSp modSp">
        <pc:chgData name="Baskaran Palanisamy" userId="S::bpalani@udmercy.edu::2a319706-4ac5-46c5-8203-0c5f5ee7ff45" providerId="AD" clId="Web-{6CC8588F-C148-4AE1-A8DE-E05E0173EC12}" dt="2024-12-05T23:42:51.246" v="50" actId="1076"/>
        <pc:sldMkLst>
          <pc:docMk/>
          <pc:sldMk cId="3517452513" sldId="4459"/>
        </pc:sldMkLst>
        <pc:spChg chg="add mod">
          <ac:chgData name="Baskaran Palanisamy" userId="S::bpalani@udmercy.edu::2a319706-4ac5-46c5-8203-0c5f5ee7ff45" providerId="AD" clId="Web-{6CC8588F-C148-4AE1-A8DE-E05E0173EC12}" dt="2024-12-05T23:42:51.246" v="50" actId="1076"/>
          <ac:spMkLst>
            <pc:docMk/>
            <pc:sldMk cId="3517452513" sldId="4459"/>
            <ac:spMk id="2" creationId="{EAAC608F-EAFE-964B-0B8B-A7B2A0579B13}"/>
          </ac:spMkLst>
        </pc:spChg>
        <pc:spChg chg="del mod">
          <ac:chgData name="Baskaran Palanisamy" userId="S::bpalani@udmercy.edu::2a319706-4ac5-46c5-8203-0c5f5ee7ff45" providerId="AD" clId="Web-{6CC8588F-C148-4AE1-A8DE-E05E0173EC12}" dt="2024-12-05T23:41:44.275" v="2"/>
          <ac:spMkLst>
            <pc:docMk/>
            <pc:sldMk cId="3517452513" sldId="4459"/>
            <ac:spMk id="3" creationId="{E5785F01-3967-2CDA-5644-EFAA96C6EC35}"/>
          </ac:spMkLst>
        </pc:spChg>
      </pc:sldChg>
    </pc:docChg>
  </pc:docChgLst>
  <pc:docChgLst>
    <pc:chgData name="Baskaran Palanisamy" userId="S::bpalani@udmercy.edu::2a319706-4ac5-46c5-8203-0c5f5ee7ff45" providerId="AD" clId="Web-{01839784-B6C8-49D1-B174-75795902A50E}"/>
    <pc:docChg chg="modSld">
      <pc:chgData name="Baskaran Palanisamy" userId="S::bpalani@udmercy.edu::2a319706-4ac5-46c5-8203-0c5f5ee7ff45" providerId="AD" clId="Web-{01839784-B6C8-49D1-B174-75795902A50E}" dt="2024-12-05T23:19:24.560" v="36" actId="20577"/>
      <pc:docMkLst>
        <pc:docMk/>
      </pc:docMkLst>
      <pc:sldChg chg="modSp">
        <pc:chgData name="Baskaran Palanisamy" userId="S::bpalani@udmercy.edu::2a319706-4ac5-46c5-8203-0c5f5ee7ff45" providerId="AD" clId="Web-{01839784-B6C8-49D1-B174-75795902A50E}" dt="2024-12-05T23:19:24.560" v="36" actId="20577"/>
        <pc:sldMkLst>
          <pc:docMk/>
          <pc:sldMk cId="898223784" sldId="4469"/>
        </pc:sldMkLst>
        <pc:spChg chg="mod">
          <ac:chgData name="Baskaran Palanisamy" userId="S::bpalani@udmercy.edu::2a319706-4ac5-46c5-8203-0c5f5ee7ff45" providerId="AD" clId="Web-{01839784-B6C8-49D1-B174-75795902A50E}" dt="2024-12-05T23:19:24.560" v="36" actId="20577"/>
          <ac:spMkLst>
            <pc:docMk/>
            <pc:sldMk cId="898223784" sldId="4469"/>
            <ac:spMk id="3" creationId="{3EF943F2-C832-88CE-8522-1A6A61DB7269}"/>
          </ac:spMkLst>
        </pc:spChg>
      </pc:sldChg>
      <pc:sldChg chg="addSp delSp modSp mod setBg">
        <pc:chgData name="Baskaran Palanisamy" userId="S::bpalani@udmercy.edu::2a319706-4ac5-46c5-8203-0c5f5ee7ff45" providerId="AD" clId="Web-{01839784-B6C8-49D1-B174-75795902A50E}" dt="2024-12-05T23:17:44.620" v="30" actId="14100"/>
        <pc:sldMkLst>
          <pc:docMk/>
          <pc:sldMk cId="1654895439" sldId="4470"/>
        </pc:sldMkLst>
        <pc:spChg chg="add mod">
          <ac:chgData name="Baskaran Palanisamy" userId="S::bpalani@udmercy.edu::2a319706-4ac5-46c5-8203-0c5f5ee7ff45" providerId="AD" clId="Web-{01839784-B6C8-49D1-B174-75795902A50E}" dt="2024-12-05T23:17:44.620" v="30" actId="14100"/>
          <ac:spMkLst>
            <pc:docMk/>
            <pc:sldMk cId="1654895439" sldId="4470"/>
            <ac:spMk id="4" creationId="{26CD000A-FBFD-CAA3-5BEE-D07DDE174D2D}"/>
          </ac:spMkLst>
        </pc:spChg>
        <pc:spChg chg="add del">
          <ac:chgData name="Baskaran Palanisamy" userId="S::bpalani@udmercy.edu::2a319706-4ac5-46c5-8203-0c5f5ee7ff45" providerId="AD" clId="Web-{01839784-B6C8-49D1-B174-75795902A50E}" dt="2024-12-05T23:15:46.789" v="4"/>
          <ac:spMkLst>
            <pc:docMk/>
            <pc:sldMk cId="1654895439" sldId="4470"/>
            <ac:spMk id="7" creationId="{32BC26D8-82FB-445E-AA49-62A77D7C1EE0}"/>
          </ac:spMkLst>
        </pc:spChg>
        <pc:spChg chg="add del">
          <ac:chgData name="Baskaran Palanisamy" userId="S::bpalani@udmercy.edu::2a319706-4ac5-46c5-8203-0c5f5ee7ff45" providerId="AD" clId="Web-{01839784-B6C8-49D1-B174-75795902A50E}" dt="2024-12-05T23:15:46.789" v="4"/>
          <ac:spMkLst>
            <pc:docMk/>
            <pc:sldMk cId="1654895439" sldId="4470"/>
            <ac:spMk id="9" creationId="{CB44330D-EA18-4254-AA95-EB49948539B8}"/>
          </ac:spMkLst>
        </pc:spChg>
        <pc:spChg chg="add del">
          <ac:chgData name="Baskaran Palanisamy" userId="S::bpalani@udmercy.edu::2a319706-4ac5-46c5-8203-0c5f5ee7ff45" providerId="AD" clId="Web-{01839784-B6C8-49D1-B174-75795902A50E}" dt="2024-12-05T23:15:51.696" v="6"/>
          <ac:spMkLst>
            <pc:docMk/>
            <pc:sldMk cId="1654895439" sldId="4470"/>
            <ac:spMk id="11" creationId="{29FDB030-9B49-4CED-8CCD-4D99382388AC}"/>
          </ac:spMkLst>
        </pc:spChg>
        <pc:spChg chg="add del">
          <ac:chgData name="Baskaran Palanisamy" userId="S::bpalani@udmercy.edu::2a319706-4ac5-46c5-8203-0c5f5ee7ff45" providerId="AD" clId="Web-{01839784-B6C8-49D1-B174-75795902A50E}" dt="2024-12-05T23:15:51.696" v="6"/>
          <ac:spMkLst>
            <pc:docMk/>
            <pc:sldMk cId="1654895439" sldId="4470"/>
            <ac:spMk id="12" creationId="{F3060C83-F051-4F0E-ABAD-AA0DFC48B218}"/>
          </ac:spMkLst>
        </pc:spChg>
        <pc:spChg chg="add del">
          <ac:chgData name="Baskaran Palanisamy" userId="S::bpalani@udmercy.edu::2a319706-4ac5-46c5-8203-0c5f5ee7ff45" providerId="AD" clId="Web-{01839784-B6C8-49D1-B174-75795902A50E}" dt="2024-12-05T23:15:51.696" v="6"/>
          <ac:spMkLst>
            <pc:docMk/>
            <pc:sldMk cId="1654895439" sldId="4470"/>
            <ac:spMk id="13" creationId="{3783CA14-24A1-485C-8B30-D6A5D87987AD}"/>
          </ac:spMkLst>
        </pc:spChg>
        <pc:spChg chg="add del">
          <ac:chgData name="Baskaran Palanisamy" userId="S::bpalani@udmercy.edu::2a319706-4ac5-46c5-8203-0c5f5ee7ff45" providerId="AD" clId="Web-{01839784-B6C8-49D1-B174-75795902A50E}" dt="2024-12-05T23:15:51.696" v="6"/>
          <ac:spMkLst>
            <pc:docMk/>
            <pc:sldMk cId="1654895439" sldId="4470"/>
            <ac:spMk id="14" creationId="{83C98ABE-055B-441F-B07E-44F97F083C39}"/>
          </ac:spMkLst>
        </pc:spChg>
        <pc:spChg chg="add del">
          <ac:chgData name="Baskaran Palanisamy" userId="S::bpalani@udmercy.edu::2a319706-4ac5-46c5-8203-0c5f5ee7ff45" providerId="AD" clId="Web-{01839784-B6C8-49D1-B174-75795902A50E}" dt="2024-12-05T23:15:51.696" v="6"/>
          <ac:spMkLst>
            <pc:docMk/>
            <pc:sldMk cId="1654895439" sldId="4470"/>
            <ac:spMk id="15" creationId="{9A97C86A-04D6-40F7-AE84-31AB43E6A846}"/>
          </ac:spMkLst>
        </pc:spChg>
        <pc:spChg chg="add del">
          <ac:chgData name="Baskaran Palanisamy" userId="S::bpalani@udmercy.edu::2a319706-4ac5-46c5-8203-0c5f5ee7ff45" providerId="AD" clId="Web-{01839784-B6C8-49D1-B174-75795902A50E}" dt="2024-12-05T23:15:51.696" v="6"/>
          <ac:spMkLst>
            <pc:docMk/>
            <pc:sldMk cId="1654895439" sldId="4470"/>
            <ac:spMk id="17" creationId="{FF9F2414-84E8-453E-B1F3-389FDE8192D9}"/>
          </ac:spMkLst>
        </pc:spChg>
        <pc:spChg chg="add del">
          <ac:chgData name="Baskaran Palanisamy" userId="S::bpalani@udmercy.edu::2a319706-4ac5-46c5-8203-0c5f5ee7ff45" providerId="AD" clId="Web-{01839784-B6C8-49D1-B174-75795902A50E}" dt="2024-12-05T23:15:51.696" v="6"/>
          <ac:spMkLst>
            <pc:docMk/>
            <pc:sldMk cId="1654895439" sldId="4470"/>
            <ac:spMk id="19" creationId="{3ECA69A1-7536-43AC-85EF-C7106179F5ED}"/>
          </ac:spMkLst>
        </pc:spChg>
        <pc:spChg chg="add del">
          <ac:chgData name="Baskaran Palanisamy" userId="S::bpalani@udmercy.edu::2a319706-4ac5-46c5-8203-0c5f5ee7ff45" providerId="AD" clId="Web-{01839784-B6C8-49D1-B174-75795902A50E}" dt="2024-12-05T23:15:55.149" v="8"/>
          <ac:spMkLst>
            <pc:docMk/>
            <pc:sldMk cId="1654895439" sldId="4470"/>
            <ac:spMk id="21" creationId="{0B761509-3B9A-49A6-A84B-C3D86811697D}"/>
          </ac:spMkLst>
        </pc:spChg>
        <pc:spChg chg="add del">
          <ac:chgData name="Baskaran Palanisamy" userId="S::bpalani@udmercy.edu::2a319706-4ac5-46c5-8203-0c5f5ee7ff45" providerId="AD" clId="Web-{01839784-B6C8-49D1-B174-75795902A50E}" dt="2024-12-05T23:15:55.149" v="8"/>
          <ac:spMkLst>
            <pc:docMk/>
            <pc:sldMk cId="1654895439" sldId="4470"/>
            <ac:spMk id="22" creationId="{91DE43FD-EB47-414A-B0AB-169B0FFFA527}"/>
          </ac:spMkLst>
        </pc:spChg>
        <pc:spChg chg="add del">
          <ac:chgData name="Baskaran Palanisamy" userId="S::bpalani@udmercy.edu::2a319706-4ac5-46c5-8203-0c5f5ee7ff45" providerId="AD" clId="Web-{01839784-B6C8-49D1-B174-75795902A50E}" dt="2024-12-05T23:16:02.977" v="12"/>
          <ac:spMkLst>
            <pc:docMk/>
            <pc:sldMk cId="1654895439" sldId="4470"/>
            <ac:spMk id="35" creationId="{0B761509-3B9A-49A6-A84B-C3D86811697D}"/>
          </ac:spMkLst>
        </pc:spChg>
        <pc:spChg chg="add del">
          <ac:chgData name="Baskaran Palanisamy" userId="S::bpalani@udmercy.edu::2a319706-4ac5-46c5-8203-0c5f5ee7ff45" providerId="AD" clId="Web-{01839784-B6C8-49D1-B174-75795902A50E}" dt="2024-12-05T23:16:02.977" v="12"/>
          <ac:spMkLst>
            <pc:docMk/>
            <pc:sldMk cId="1654895439" sldId="4470"/>
            <ac:spMk id="36" creationId="{91DE43FD-EB47-414A-B0AB-169B0FFFA527}"/>
          </ac:spMkLst>
        </pc:spChg>
        <pc:grpChg chg="add del">
          <ac:chgData name="Baskaran Palanisamy" userId="S::bpalani@udmercy.edu::2a319706-4ac5-46c5-8203-0c5f5ee7ff45" providerId="AD" clId="Web-{01839784-B6C8-49D1-B174-75795902A50E}" dt="2024-12-05T23:15:55.149" v="8"/>
          <ac:grpSpMkLst>
            <pc:docMk/>
            <pc:sldMk cId="1654895439" sldId="4470"/>
            <ac:grpSpMk id="23" creationId="{58495BCC-CE77-4CC2-952E-846F41119FD5}"/>
          </ac:grpSpMkLst>
        </pc:grpChg>
        <pc:grpChg chg="add del">
          <ac:chgData name="Baskaran Palanisamy" userId="S::bpalani@udmercy.edu::2a319706-4ac5-46c5-8203-0c5f5ee7ff45" providerId="AD" clId="Web-{01839784-B6C8-49D1-B174-75795902A50E}" dt="2024-12-05T23:15:57.899" v="10"/>
          <ac:grpSpMkLst>
            <pc:docMk/>
            <pc:sldMk cId="1654895439" sldId="4470"/>
            <ac:grpSpMk id="27" creationId="{63737881-458F-40AD-B72B-B57D267DC423}"/>
          </ac:grpSpMkLst>
        </pc:grpChg>
        <pc:grpChg chg="add del">
          <ac:chgData name="Baskaran Palanisamy" userId="S::bpalani@udmercy.edu::2a319706-4ac5-46c5-8203-0c5f5ee7ff45" providerId="AD" clId="Web-{01839784-B6C8-49D1-B174-75795902A50E}" dt="2024-12-05T23:16:02.977" v="12"/>
          <ac:grpSpMkLst>
            <pc:docMk/>
            <pc:sldMk cId="1654895439" sldId="4470"/>
            <ac:grpSpMk id="37" creationId="{58495BCC-CE77-4CC2-952E-846F41119FD5}"/>
          </ac:grpSpMkLst>
        </pc:grpChg>
        <pc:picChg chg="add del mod">
          <ac:chgData name="Baskaran Palanisamy" userId="S::bpalani@udmercy.edu::2a319706-4ac5-46c5-8203-0c5f5ee7ff45" providerId="AD" clId="Web-{01839784-B6C8-49D1-B174-75795902A50E}" dt="2024-12-05T23:16:24.478" v="17"/>
          <ac:picMkLst>
            <pc:docMk/>
            <pc:sldMk cId="1654895439" sldId="4470"/>
            <ac:picMk id="2" creationId="{BD977229-2A8F-9F76-D6C1-6D8D76953A94}"/>
          </ac:picMkLst>
        </pc:picChg>
        <pc:picChg chg="add mod">
          <ac:chgData name="Baskaran Palanisamy" userId="S::bpalani@udmercy.edu::2a319706-4ac5-46c5-8203-0c5f5ee7ff45" providerId="AD" clId="Web-{01839784-B6C8-49D1-B174-75795902A50E}" dt="2024-12-05T23:17:41.589" v="29" actId="14100"/>
          <ac:picMkLst>
            <pc:docMk/>
            <pc:sldMk cId="1654895439" sldId="4470"/>
            <ac:picMk id="3" creationId="{AB9E93B4-F57A-7A32-2036-77500EBA3C37}"/>
          </ac:picMkLst>
        </pc:picChg>
      </pc:sldChg>
    </pc:docChg>
  </pc:docChgLst>
  <pc:docChgLst>
    <pc:chgData name="Abhijit Shine" userId="e6fef8295213bcf9" providerId="LiveId" clId="{80A8F75D-14D1-406F-9580-D0D61C39844F}"/>
    <pc:docChg chg="undo redo custSel addSld delSld modSld sldOrd addSection delSection modSection">
      <pc:chgData name="Abhijit Shine" userId="e6fef8295213bcf9" providerId="LiveId" clId="{80A8F75D-14D1-406F-9580-D0D61C39844F}" dt="2024-12-05T16:49:20.753" v="3316" actId="1037"/>
      <pc:docMkLst>
        <pc:docMk/>
      </pc:docMkLst>
      <pc:sldChg chg="del">
        <pc:chgData name="Abhijit Shine" userId="e6fef8295213bcf9" providerId="LiveId" clId="{80A8F75D-14D1-406F-9580-D0D61C39844F}" dt="2024-12-03T18:53:13.284" v="489" actId="47"/>
        <pc:sldMkLst>
          <pc:docMk/>
          <pc:sldMk cId="811252036" sldId="4415"/>
        </pc:sldMkLst>
      </pc:sldChg>
      <pc:sldChg chg="del">
        <pc:chgData name="Abhijit Shine" userId="e6fef8295213bcf9" providerId="LiveId" clId="{80A8F75D-14D1-406F-9580-D0D61C39844F}" dt="2024-12-03T18:53:14.570" v="490" actId="47"/>
        <pc:sldMkLst>
          <pc:docMk/>
          <pc:sldMk cId="1556407294" sldId="4416"/>
        </pc:sldMkLst>
      </pc:sldChg>
      <pc:sldChg chg="del">
        <pc:chgData name="Abhijit Shine" userId="e6fef8295213bcf9" providerId="LiveId" clId="{80A8F75D-14D1-406F-9580-D0D61C39844F}" dt="2024-12-03T18:52:59.986" v="488" actId="47"/>
        <pc:sldMkLst>
          <pc:docMk/>
          <pc:sldMk cId="2971771449" sldId="4417"/>
        </pc:sldMkLst>
      </pc:sldChg>
      <pc:sldChg chg="del">
        <pc:chgData name="Abhijit Shine" userId="e6fef8295213bcf9" providerId="LiveId" clId="{80A8F75D-14D1-406F-9580-D0D61C39844F}" dt="2024-12-03T18:53:15.112" v="491" actId="47"/>
        <pc:sldMkLst>
          <pc:docMk/>
          <pc:sldMk cId="503520027" sldId="4418"/>
        </pc:sldMkLst>
      </pc:sldChg>
      <pc:sldChg chg="del">
        <pc:chgData name="Abhijit Shine" userId="e6fef8295213bcf9" providerId="LiveId" clId="{80A8F75D-14D1-406F-9580-D0D61C39844F}" dt="2024-12-03T18:53:15.496" v="492" actId="47"/>
        <pc:sldMkLst>
          <pc:docMk/>
          <pc:sldMk cId="222286533" sldId="4419"/>
        </pc:sldMkLst>
      </pc:sldChg>
      <pc:sldChg chg="del">
        <pc:chgData name="Abhijit Shine" userId="e6fef8295213bcf9" providerId="LiveId" clId="{80A8F75D-14D1-406F-9580-D0D61C39844F}" dt="2024-12-03T18:53:15.923" v="493" actId="47"/>
        <pc:sldMkLst>
          <pc:docMk/>
          <pc:sldMk cId="1418759526" sldId="4420"/>
        </pc:sldMkLst>
      </pc:sldChg>
      <pc:sldChg chg="del">
        <pc:chgData name="Abhijit Shine" userId="e6fef8295213bcf9" providerId="LiveId" clId="{80A8F75D-14D1-406F-9580-D0D61C39844F}" dt="2024-12-03T18:53:16.304" v="494" actId="47"/>
        <pc:sldMkLst>
          <pc:docMk/>
          <pc:sldMk cId="2942747846" sldId="4421"/>
        </pc:sldMkLst>
      </pc:sldChg>
      <pc:sldChg chg="del">
        <pc:chgData name="Abhijit Shine" userId="e6fef8295213bcf9" providerId="LiveId" clId="{80A8F75D-14D1-406F-9580-D0D61C39844F}" dt="2024-12-03T18:53:16.665" v="495" actId="47"/>
        <pc:sldMkLst>
          <pc:docMk/>
          <pc:sldMk cId="1412047567" sldId="4422"/>
        </pc:sldMkLst>
      </pc:sldChg>
      <pc:sldChg chg="del">
        <pc:chgData name="Abhijit Shine" userId="e6fef8295213bcf9" providerId="LiveId" clId="{80A8F75D-14D1-406F-9580-D0D61C39844F}" dt="2024-12-03T18:53:17.020" v="496" actId="47"/>
        <pc:sldMkLst>
          <pc:docMk/>
          <pc:sldMk cId="3773226563" sldId="4423"/>
        </pc:sldMkLst>
      </pc:sldChg>
      <pc:sldChg chg="del">
        <pc:chgData name="Abhijit Shine" userId="e6fef8295213bcf9" providerId="LiveId" clId="{80A8F75D-14D1-406F-9580-D0D61C39844F}" dt="2024-12-03T18:53:17.414" v="497" actId="47"/>
        <pc:sldMkLst>
          <pc:docMk/>
          <pc:sldMk cId="1330831226" sldId="4424"/>
        </pc:sldMkLst>
      </pc:sldChg>
      <pc:sldChg chg="del">
        <pc:chgData name="Abhijit Shine" userId="e6fef8295213bcf9" providerId="LiveId" clId="{80A8F75D-14D1-406F-9580-D0D61C39844F}" dt="2024-12-03T18:53:17.830" v="498" actId="47"/>
        <pc:sldMkLst>
          <pc:docMk/>
          <pc:sldMk cId="2293717152" sldId="4425"/>
        </pc:sldMkLst>
      </pc:sldChg>
      <pc:sldChg chg="del">
        <pc:chgData name="Abhijit Shine" userId="e6fef8295213bcf9" providerId="LiveId" clId="{80A8F75D-14D1-406F-9580-D0D61C39844F}" dt="2024-12-03T18:53:18.222" v="499" actId="47"/>
        <pc:sldMkLst>
          <pc:docMk/>
          <pc:sldMk cId="2731190116" sldId="4426"/>
        </pc:sldMkLst>
      </pc:sldChg>
      <pc:sldChg chg="del">
        <pc:chgData name="Abhijit Shine" userId="e6fef8295213bcf9" providerId="LiveId" clId="{80A8F75D-14D1-406F-9580-D0D61C39844F}" dt="2024-12-03T18:53:18.702" v="500" actId="47"/>
        <pc:sldMkLst>
          <pc:docMk/>
          <pc:sldMk cId="7605468" sldId="4427"/>
        </pc:sldMkLst>
      </pc:sldChg>
      <pc:sldChg chg="del">
        <pc:chgData name="Abhijit Shine" userId="e6fef8295213bcf9" providerId="LiveId" clId="{80A8F75D-14D1-406F-9580-D0D61C39844F}" dt="2024-12-03T18:53:19.505" v="502" actId="47"/>
        <pc:sldMkLst>
          <pc:docMk/>
          <pc:sldMk cId="4056788395" sldId="4428"/>
        </pc:sldMkLst>
      </pc:sldChg>
      <pc:sldChg chg="del">
        <pc:chgData name="Abhijit Shine" userId="e6fef8295213bcf9" providerId="LiveId" clId="{80A8F75D-14D1-406F-9580-D0D61C39844F}" dt="2024-12-03T18:53:19.074" v="501" actId="47"/>
        <pc:sldMkLst>
          <pc:docMk/>
          <pc:sldMk cId="3671524868" sldId="4429"/>
        </pc:sldMkLst>
      </pc:sldChg>
      <pc:sldChg chg="del">
        <pc:chgData name="Abhijit Shine" userId="e6fef8295213bcf9" providerId="LiveId" clId="{80A8F75D-14D1-406F-9580-D0D61C39844F}" dt="2024-12-03T18:53:19.812" v="503" actId="47"/>
        <pc:sldMkLst>
          <pc:docMk/>
          <pc:sldMk cId="208299795" sldId="4430"/>
        </pc:sldMkLst>
      </pc:sldChg>
      <pc:sldChg chg="del">
        <pc:chgData name="Abhijit Shine" userId="e6fef8295213bcf9" providerId="LiveId" clId="{80A8F75D-14D1-406F-9580-D0D61C39844F}" dt="2024-12-03T18:53:20.239" v="504" actId="47"/>
        <pc:sldMkLst>
          <pc:docMk/>
          <pc:sldMk cId="1096929773" sldId="4431"/>
        </pc:sldMkLst>
      </pc:sldChg>
      <pc:sldChg chg="del">
        <pc:chgData name="Abhijit Shine" userId="e6fef8295213bcf9" providerId="LiveId" clId="{80A8F75D-14D1-406F-9580-D0D61C39844F}" dt="2024-12-03T18:53:20.626" v="505" actId="47"/>
        <pc:sldMkLst>
          <pc:docMk/>
          <pc:sldMk cId="1044127160" sldId="4432"/>
        </pc:sldMkLst>
      </pc:sldChg>
      <pc:sldChg chg="del">
        <pc:chgData name="Abhijit Shine" userId="e6fef8295213bcf9" providerId="LiveId" clId="{80A8F75D-14D1-406F-9580-D0D61C39844F}" dt="2024-12-03T18:53:21.076" v="506" actId="47"/>
        <pc:sldMkLst>
          <pc:docMk/>
          <pc:sldMk cId="3497900995" sldId="4433"/>
        </pc:sldMkLst>
      </pc:sldChg>
      <pc:sldChg chg="del">
        <pc:chgData name="Abhijit Shine" userId="e6fef8295213bcf9" providerId="LiveId" clId="{80A8F75D-14D1-406F-9580-D0D61C39844F}" dt="2024-12-03T18:53:21.451" v="507" actId="47"/>
        <pc:sldMkLst>
          <pc:docMk/>
          <pc:sldMk cId="3576729304" sldId="4434"/>
        </pc:sldMkLst>
      </pc:sldChg>
      <pc:sldChg chg="addSp delSp modSp mod modTransition setBg modAnim delDesignElem modNotesTx">
        <pc:chgData name="Abhijit Shine" userId="e6fef8295213bcf9" providerId="LiveId" clId="{80A8F75D-14D1-406F-9580-D0D61C39844F}" dt="2024-12-05T16:46:46.768" v="3288" actId="20577"/>
        <pc:sldMkLst>
          <pc:docMk/>
          <pc:sldMk cId="332353598" sldId="4435"/>
        </pc:sldMkLst>
        <pc:spChg chg="add mod">
          <ac:chgData name="Abhijit Shine" userId="e6fef8295213bcf9" providerId="LiveId" clId="{80A8F75D-14D1-406F-9580-D0D61C39844F}" dt="2024-12-05T15:12:08.983" v="2775" actId="207"/>
          <ac:spMkLst>
            <pc:docMk/>
            <pc:sldMk cId="332353598" sldId="4435"/>
            <ac:spMk id="65" creationId="{28781869-278A-9AD9-CE7F-2987ADB7C9E9}"/>
          </ac:spMkLst>
        </pc:spChg>
        <pc:spChg chg="add mod">
          <ac:chgData name="Abhijit Shine" userId="e6fef8295213bcf9" providerId="LiveId" clId="{80A8F75D-14D1-406F-9580-D0D61C39844F}" dt="2024-12-04T14:20:30.488" v="1874" actId="34135"/>
          <ac:spMkLst>
            <pc:docMk/>
            <pc:sldMk cId="332353598" sldId="4435"/>
            <ac:spMk id="66" creationId="{E6D9C92E-4BF4-3AB8-BE3F-56AD02C94BAA}"/>
          </ac:spMkLst>
        </pc:spChg>
        <pc:spChg chg="add mod">
          <ac:chgData name="Abhijit Shine" userId="e6fef8295213bcf9" providerId="LiveId" clId="{80A8F75D-14D1-406F-9580-D0D61C39844F}" dt="2024-12-05T16:26:01.235" v="2975" actId="20577"/>
          <ac:spMkLst>
            <pc:docMk/>
            <pc:sldMk cId="332353598" sldId="4435"/>
            <ac:spMk id="68" creationId="{F988CEE2-4757-C8D1-F597-195BA71FDE5F}"/>
          </ac:spMkLst>
        </pc:spChg>
        <pc:spChg chg="add del">
          <ac:chgData name="Abhijit Shine" userId="e6fef8295213bcf9" providerId="LiveId" clId="{80A8F75D-14D1-406F-9580-D0D61C39844F}" dt="2024-12-04T12:32:53.078" v="1704"/>
          <ac:spMkLst>
            <pc:docMk/>
            <pc:sldMk cId="332353598" sldId="4435"/>
            <ac:spMk id="69" creationId="{04812C46-200A-4DEB-A05E-3ED6C68C2387}"/>
          </ac:spMkLst>
        </pc:spChg>
        <pc:spChg chg="add del">
          <ac:chgData name="Abhijit Shine" userId="e6fef8295213bcf9" providerId="LiveId" clId="{80A8F75D-14D1-406F-9580-D0D61C39844F}" dt="2024-12-04T12:32:53.078" v="1704"/>
          <ac:spMkLst>
            <pc:docMk/>
            <pc:sldMk cId="332353598" sldId="4435"/>
            <ac:spMk id="70" creationId="{D1EA859B-E555-4109-94F3-6700E046E008}"/>
          </ac:spMkLst>
        </pc:spChg>
        <pc:picChg chg="add del mod">
          <ac:chgData name="Abhijit Shine" userId="e6fef8295213bcf9" providerId="LiveId" clId="{80A8F75D-14D1-406F-9580-D0D61C39844F}" dt="2024-12-05T16:29:13.347" v="3014"/>
          <ac:picMkLst>
            <pc:docMk/>
            <pc:sldMk cId="332353598" sldId="4435"/>
            <ac:picMk id="10" creationId="{69D35298-1677-5912-A6D5-E7E105E11868}"/>
          </ac:picMkLst>
        </pc:picChg>
        <pc:picChg chg="add del mod">
          <ac:chgData name="Abhijit Shine" userId="e6fef8295213bcf9" providerId="LiveId" clId="{80A8F75D-14D1-406F-9580-D0D61C39844F}" dt="2024-12-05T16:30:31.538" v="3022" actId="478"/>
          <ac:picMkLst>
            <pc:docMk/>
            <pc:sldMk cId="332353598" sldId="4435"/>
            <ac:picMk id="14" creationId="{C3BA2CD3-DAD5-99D9-7E93-0B21803D1278}"/>
          </ac:picMkLst>
        </pc:picChg>
        <pc:picChg chg="add del mod">
          <ac:chgData name="Abhijit Shine" userId="e6fef8295213bcf9" providerId="LiveId" clId="{80A8F75D-14D1-406F-9580-D0D61C39844F}" dt="2024-12-05T16:03:28.836" v="2870"/>
          <ac:picMkLst>
            <pc:docMk/>
            <pc:sldMk cId="332353598" sldId="4435"/>
            <ac:picMk id="15" creationId="{71349CC8-C5C8-C5C3-69FD-168165ECE271}"/>
          </ac:picMkLst>
        </pc:picChg>
        <pc:picChg chg="add del mod">
          <ac:chgData name="Abhijit Shine" userId="e6fef8295213bcf9" providerId="LiveId" clId="{80A8F75D-14D1-406F-9580-D0D61C39844F}" dt="2024-12-05T16:31:42.963" v="3026"/>
          <ac:picMkLst>
            <pc:docMk/>
            <pc:sldMk cId="332353598" sldId="4435"/>
            <ac:picMk id="15" creationId="{96F9AB6D-A149-1B3A-05B1-F75C9CD3E132}"/>
          </ac:picMkLst>
        </pc:picChg>
        <pc:picChg chg="add del mod">
          <ac:chgData name="Abhijit Shine" userId="e6fef8295213bcf9" providerId="LiveId" clId="{80A8F75D-14D1-406F-9580-D0D61C39844F}" dt="2024-12-05T16:31:48.573" v="3028"/>
          <ac:picMkLst>
            <pc:docMk/>
            <pc:sldMk cId="332353598" sldId="4435"/>
            <ac:picMk id="16" creationId="{F30D48CB-4D55-A504-A364-3D4F6A74F4F1}"/>
          </ac:picMkLst>
        </pc:picChg>
        <pc:picChg chg="add del mod ord">
          <ac:chgData name="Abhijit Shine" userId="e6fef8295213bcf9" providerId="LiveId" clId="{80A8F75D-14D1-406F-9580-D0D61C39844F}" dt="2024-12-05T16:32:33.166" v="3029"/>
          <ac:picMkLst>
            <pc:docMk/>
            <pc:sldMk cId="332353598" sldId="4435"/>
            <ac:picMk id="19" creationId="{DAF0E8BE-A2A4-42AC-FF25-19FB352FBA17}"/>
          </ac:picMkLst>
        </pc:picChg>
        <pc:picChg chg="add del mod">
          <ac:chgData name="Abhijit Shine" userId="e6fef8295213bcf9" providerId="LiveId" clId="{80A8F75D-14D1-406F-9580-D0D61C39844F}" dt="2024-12-05T16:35:48.365" v="3034"/>
          <ac:picMkLst>
            <pc:docMk/>
            <pc:sldMk cId="332353598" sldId="4435"/>
            <ac:picMk id="20" creationId="{9112FE01-BEAC-C063-A6AE-0F55FCA2CC00}"/>
          </ac:picMkLst>
        </pc:picChg>
        <pc:picChg chg="add mod">
          <ac:chgData name="Abhijit Shine" userId="e6fef8295213bcf9" providerId="LiveId" clId="{80A8F75D-14D1-406F-9580-D0D61C39844F}" dt="2024-12-05T16:35:58.824" v="3036"/>
          <ac:picMkLst>
            <pc:docMk/>
            <pc:sldMk cId="332353598" sldId="4435"/>
            <ac:picMk id="25" creationId="{4237EB98-7984-20E3-D85F-5F509DE2B38D}"/>
          </ac:picMkLst>
        </pc:picChg>
        <pc:picChg chg="add mod">
          <ac:chgData name="Abhijit Shine" userId="e6fef8295213bcf9" providerId="LiveId" clId="{80A8F75D-14D1-406F-9580-D0D61C39844F}" dt="2024-12-03T19:58:56.322" v="782" actId="29295"/>
          <ac:picMkLst>
            <pc:docMk/>
            <pc:sldMk cId="332353598" sldId="4435"/>
            <ac:picMk id="62" creationId="{06E30C66-34DD-425D-1D04-F9FFBA307F35}"/>
          </ac:picMkLst>
        </pc:picChg>
      </pc:sldChg>
      <pc:sldChg chg="addSp delSp modSp add mod ord modTransition modMedia setBg delAnim modAnim delDesignElem modNotesTx">
        <pc:chgData name="Abhijit Shine" userId="e6fef8295213bcf9" providerId="LiveId" clId="{80A8F75D-14D1-406F-9580-D0D61C39844F}" dt="2024-12-05T16:47:28.406" v="3290"/>
        <pc:sldMkLst>
          <pc:docMk/>
          <pc:sldMk cId="1366108425" sldId="4436"/>
        </pc:sldMkLst>
        <pc:spChg chg="add mod">
          <ac:chgData name="Abhijit Shine" userId="e6fef8295213bcf9" providerId="LiveId" clId="{80A8F75D-14D1-406F-9580-D0D61C39844F}" dt="2024-12-04T14:20:52.645" v="1877" actId="34135"/>
          <ac:spMkLst>
            <pc:docMk/>
            <pc:sldMk cId="1366108425" sldId="4436"/>
            <ac:spMk id="4" creationId="{A7762641-3171-7A46-1AE7-CCADD8F7135E}"/>
          </ac:spMkLst>
        </pc:spChg>
        <pc:spChg chg="add del">
          <ac:chgData name="Abhijit Shine" userId="e6fef8295213bcf9" providerId="LiveId" clId="{80A8F75D-14D1-406F-9580-D0D61C39844F}" dt="2024-12-04T12:32:53.078" v="1704"/>
          <ac:spMkLst>
            <pc:docMk/>
            <pc:sldMk cId="1366108425" sldId="4436"/>
            <ac:spMk id="63" creationId="{C1DD1A8A-57D5-4A81-AD04-532B043C5611}"/>
          </ac:spMkLst>
        </pc:spChg>
        <pc:spChg chg="add del">
          <ac:chgData name="Abhijit Shine" userId="e6fef8295213bcf9" providerId="LiveId" clId="{80A8F75D-14D1-406F-9580-D0D61C39844F}" dt="2024-12-04T12:32:53.078" v="1704"/>
          <ac:spMkLst>
            <pc:docMk/>
            <pc:sldMk cId="1366108425" sldId="4436"/>
            <ac:spMk id="65" creationId="{007891EC-4501-44ED-A8C8-B11B6DB767AB}"/>
          </ac:spMkLst>
        </pc:spChg>
        <pc:picChg chg="add del mod">
          <ac:chgData name="Abhijit Shine" userId="e6fef8295213bcf9" providerId="LiveId" clId="{80A8F75D-14D1-406F-9580-D0D61C39844F}" dt="2024-12-05T16:29:13.347" v="3014"/>
          <ac:picMkLst>
            <pc:docMk/>
            <pc:sldMk cId="1366108425" sldId="4436"/>
            <ac:picMk id="9" creationId="{C11F5862-A5BE-3E9F-2371-6C6929E605EE}"/>
          </ac:picMkLst>
        </pc:picChg>
        <pc:picChg chg="add del mod">
          <ac:chgData name="Abhijit Shine" userId="e6fef8295213bcf9" providerId="LiveId" clId="{80A8F75D-14D1-406F-9580-D0D61C39844F}" dt="2024-12-05T16:31:42.963" v="3026"/>
          <ac:picMkLst>
            <pc:docMk/>
            <pc:sldMk cId="1366108425" sldId="4436"/>
            <ac:picMk id="10" creationId="{E4562BA1-B70A-2147-4219-36C990D81408}"/>
          </ac:picMkLst>
        </pc:picChg>
        <pc:picChg chg="add del mod">
          <ac:chgData name="Abhijit Shine" userId="e6fef8295213bcf9" providerId="LiveId" clId="{80A8F75D-14D1-406F-9580-D0D61C39844F}" dt="2024-12-05T16:35:48.365" v="3034"/>
          <ac:picMkLst>
            <pc:docMk/>
            <pc:sldMk cId="1366108425" sldId="4436"/>
            <ac:picMk id="11" creationId="{3BA6C954-35C6-FEAE-446A-9A5A4FA8C493}"/>
          </ac:picMkLst>
        </pc:picChg>
        <pc:picChg chg="add del mod">
          <ac:chgData name="Abhijit Shine" userId="e6fef8295213bcf9" providerId="LiveId" clId="{80A8F75D-14D1-406F-9580-D0D61C39844F}" dt="2024-12-05T15:54:21.088" v="2865" actId="34307"/>
          <ac:picMkLst>
            <pc:docMk/>
            <pc:sldMk cId="1366108425" sldId="4436"/>
            <ac:picMk id="11" creationId="{53BDB4E6-08FA-B3D0-FAB6-2C6BF56D7A80}"/>
          </ac:picMkLst>
        </pc:picChg>
        <pc:picChg chg="add del mod">
          <ac:chgData name="Abhijit Shine" userId="e6fef8295213bcf9" providerId="LiveId" clId="{80A8F75D-14D1-406F-9580-D0D61C39844F}" dt="2024-12-05T16:41:30.778" v="3171" actId="478"/>
          <ac:picMkLst>
            <pc:docMk/>
            <pc:sldMk cId="1366108425" sldId="4436"/>
            <ac:picMk id="14" creationId="{0ED529E0-A97D-5F60-F7EA-280268C85598}"/>
          </ac:picMkLst>
        </pc:picChg>
        <pc:picChg chg="add del mod">
          <ac:chgData name="Abhijit Shine" userId="e6fef8295213bcf9" providerId="LiveId" clId="{80A8F75D-14D1-406F-9580-D0D61C39844F}" dt="2024-12-05T16:02:47.671" v="2868"/>
          <ac:picMkLst>
            <pc:docMk/>
            <pc:sldMk cId="1366108425" sldId="4436"/>
            <ac:picMk id="14" creationId="{7CA9DEB1-348A-93DF-D553-2B0DBBB7E26F}"/>
          </ac:picMkLst>
        </pc:picChg>
        <pc:picChg chg="add del mod">
          <ac:chgData name="Abhijit Shine" userId="e6fef8295213bcf9" providerId="LiveId" clId="{80A8F75D-14D1-406F-9580-D0D61C39844F}" dt="2024-12-05T16:43:31.014" v="3173"/>
          <ac:picMkLst>
            <pc:docMk/>
            <pc:sldMk cId="1366108425" sldId="4436"/>
            <ac:picMk id="15" creationId="{40D274B9-6DE4-E8D7-4F1D-D3588676492A}"/>
          </ac:picMkLst>
        </pc:picChg>
        <pc:picChg chg="add del mod">
          <ac:chgData name="Abhijit Shine" userId="e6fef8295213bcf9" providerId="LiveId" clId="{80A8F75D-14D1-406F-9580-D0D61C39844F}" dt="2024-12-05T16:43:35.448" v="3175"/>
          <ac:picMkLst>
            <pc:docMk/>
            <pc:sldMk cId="1366108425" sldId="4436"/>
            <ac:picMk id="16" creationId="{39C36BB3-0A64-1C1D-6B3C-54ADDE617DA8}"/>
          </ac:picMkLst>
        </pc:picChg>
        <pc:picChg chg="add del mod ord">
          <ac:chgData name="Abhijit Shine" userId="e6fef8295213bcf9" providerId="LiveId" clId="{80A8F75D-14D1-406F-9580-D0D61C39844F}" dt="2024-12-05T16:03:20.175" v="2869"/>
          <ac:picMkLst>
            <pc:docMk/>
            <pc:sldMk cId="1366108425" sldId="4436"/>
            <ac:picMk id="18" creationId="{9968C833-CB87-0334-73C5-2DBC35B1BAD5}"/>
          </ac:picMkLst>
        </pc:picChg>
        <pc:picChg chg="add del mod">
          <ac:chgData name="Abhijit Shine" userId="e6fef8295213bcf9" providerId="LiveId" clId="{80A8F75D-14D1-406F-9580-D0D61C39844F}" dt="2024-12-05T16:03:28.836" v="2870"/>
          <ac:picMkLst>
            <pc:docMk/>
            <pc:sldMk cId="1366108425" sldId="4436"/>
            <ac:picMk id="19" creationId="{37A849A7-DE50-8D43-8BA3-187E7DF5B7FD}"/>
          </ac:picMkLst>
        </pc:picChg>
        <pc:picChg chg="add del mod ord">
          <ac:chgData name="Abhijit Shine" userId="e6fef8295213bcf9" providerId="LiveId" clId="{80A8F75D-14D1-406F-9580-D0D61C39844F}" dt="2024-12-05T16:43:48.209" v="3176"/>
          <ac:picMkLst>
            <pc:docMk/>
            <pc:sldMk cId="1366108425" sldId="4436"/>
            <ac:picMk id="19" creationId="{6E2C9CA5-1AAF-9514-1336-AE0B1841DBC9}"/>
          </ac:picMkLst>
        </pc:picChg>
        <pc:picChg chg="add del mod">
          <ac:chgData name="Abhijit Shine" userId="e6fef8295213bcf9" providerId="LiveId" clId="{80A8F75D-14D1-406F-9580-D0D61C39844F}" dt="2024-12-05T16:47:20.089" v="3289"/>
          <ac:picMkLst>
            <pc:docMk/>
            <pc:sldMk cId="1366108425" sldId="4436"/>
            <ac:picMk id="20" creationId="{56AE49FE-B65A-D6DC-0EE7-F33E0EBE207C}"/>
          </ac:picMkLst>
        </pc:picChg>
        <pc:picChg chg="add mod">
          <ac:chgData name="Abhijit Shine" userId="e6fef8295213bcf9" providerId="LiveId" clId="{80A8F75D-14D1-406F-9580-D0D61C39844F}" dt="2024-12-05T16:47:28.406" v="3290"/>
          <ac:picMkLst>
            <pc:docMk/>
            <pc:sldMk cId="1366108425" sldId="4436"/>
            <ac:picMk id="23" creationId="{5F70C82A-843E-61EC-C142-48CF08F4537B}"/>
          </ac:picMkLst>
        </pc:picChg>
        <pc:picChg chg="add mod">
          <ac:chgData name="Abhijit Shine" userId="e6fef8295213bcf9" providerId="LiveId" clId="{80A8F75D-14D1-406F-9580-D0D61C39844F}" dt="2024-12-03T18:48:06.417" v="429" actId="34135"/>
          <ac:picMkLst>
            <pc:docMk/>
            <pc:sldMk cId="1366108425" sldId="4436"/>
            <ac:picMk id="64" creationId="{6BF54BF3-9639-C2CF-752D-12C4C7E22AFF}"/>
          </ac:picMkLst>
        </pc:picChg>
      </pc:sldChg>
      <pc:sldChg chg="addSp delSp modSp add mod modTransition modAnim delDesignElem modNotesTx">
        <pc:chgData name="Abhijit Shine" userId="e6fef8295213bcf9" providerId="LiveId" clId="{80A8F75D-14D1-406F-9580-D0D61C39844F}" dt="2024-12-05T16:43:35.448" v="3175"/>
        <pc:sldMkLst>
          <pc:docMk/>
          <pc:sldMk cId="1258359381" sldId="4437"/>
        </pc:sldMkLst>
        <pc:spChg chg="add mod">
          <ac:chgData name="Abhijit Shine" userId="e6fef8295213bcf9" providerId="LiveId" clId="{80A8F75D-14D1-406F-9580-D0D61C39844F}" dt="2024-12-03T18:51:42.815" v="484" actId="20577"/>
          <ac:spMkLst>
            <pc:docMk/>
            <pc:sldMk cId="1258359381" sldId="4437"/>
            <ac:spMk id="4" creationId="{0DECFCB6-3F9C-A047-B0A8-B039B4804896}"/>
          </ac:spMkLst>
        </pc:spChg>
        <pc:spChg chg="add mod">
          <ac:chgData name="Abhijit Shine" userId="e6fef8295213bcf9" providerId="LiveId" clId="{80A8F75D-14D1-406F-9580-D0D61C39844F}" dt="2024-12-05T15:12:02.138" v="2774" actId="207"/>
          <ac:spMkLst>
            <pc:docMk/>
            <pc:sldMk cId="1258359381" sldId="4437"/>
            <ac:spMk id="5" creationId="{67E9E4C3-FFBD-425C-6E8D-1DD9839F88DC}"/>
          </ac:spMkLst>
        </pc:spChg>
        <pc:spChg chg="add del">
          <ac:chgData name="Abhijit Shine" userId="e6fef8295213bcf9" providerId="LiveId" clId="{80A8F75D-14D1-406F-9580-D0D61C39844F}" dt="2024-12-04T12:32:53.078" v="1704"/>
          <ac:spMkLst>
            <pc:docMk/>
            <pc:sldMk cId="1258359381" sldId="4437"/>
            <ac:spMk id="85" creationId="{6CCA5F87-1D1E-45CB-8D83-FC7EEFAD9935}"/>
          </ac:spMkLst>
        </pc:spChg>
        <pc:spChg chg="add del">
          <ac:chgData name="Abhijit Shine" userId="e6fef8295213bcf9" providerId="LiveId" clId="{80A8F75D-14D1-406F-9580-D0D61C39844F}" dt="2024-12-04T12:32:53.078" v="1704"/>
          <ac:spMkLst>
            <pc:docMk/>
            <pc:sldMk cId="1258359381" sldId="4437"/>
            <ac:spMk id="86" creationId="{7CCFC2C6-6238-4A2F-93DE-2ADF74AF635E}"/>
          </ac:spMkLst>
        </pc:spChg>
        <pc:spChg chg="add del">
          <ac:chgData name="Abhijit Shine" userId="e6fef8295213bcf9" providerId="LiveId" clId="{80A8F75D-14D1-406F-9580-D0D61C39844F}" dt="2024-12-04T12:32:53.078" v="1704"/>
          <ac:spMkLst>
            <pc:docMk/>
            <pc:sldMk cId="1258359381" sldId="4437"/>
            <ac:spMk id="87" creationId="{AF2F604E-43BE-4DC3-B983-E071523364F8}"/>
          </ac:spMkLst>
        </pc:spChg>
        <pc:spChg chg="add del">
          <ac:chgData name="Abhijit Shine" userId="e6fef8295213bcf9" providerId="LiveId" clId="{80A8F75D-14D1-406F-9580-D0D61C39844F}" dt="2024-12-04T12:32:53.078" v="1704"/>
          <ac:spMkLst>
            <pc:docMk/>
            <pc:sldMk cId="1258359381" sldId="4437"/>
            <ac:spMk id="88" creationId="{08C9B587-E65E-4B52-B37C-ABEBB6E87928}"/>
          </ac:spMkLst>
        </pc:spChg>
        <pc:picChg chg="add mod">
          <ac:chgData name="Abhijit Shine" userId="e6fef8295213bcf9" providerId="LiveId" clId="{80A8F75D-14D1-406F-9580-D0D61C39844F}" dt="2024-12-03T18:53:53.439" v="509" actId="34135"/>
          <ac:picMkLst>
            <pc:docMk/>
            <pc:sldMk cId="1258359381" sldId="4437"/>
            <ac:picMk id="3" creationId="{3FD57BDF-96BF-FA52-7257-7AC338654879}"/>
          </ac:picMkLst>
        </pc:picChg>
        <pc:picChg chg="add del mod">
          <ac:chgData name="Abhijit Shine" userId="e6fef8295213bcf9" providerId="LiveId" clId="{80A8F75D-14D1-406F-9580-D0D61C39844F}" dt="2024-12-05T16:33:13.774" v="3030"/>
          <ac:picMkLst>
            <pc:docMk/>
            <pc:sldMk cId="1258359381" sldId="4437"/>
            <ac:picMk id="6" creationId="{00DFC1B2-1DFF-A0AC-4460-F612D4099E0B}"/>
          </ac:picMkLst>
        </pc:picChg>
        <pc:picChg chg="add del mod">
          <ac:chgData name="Abhijit Shine" userId="e6fef8295213bcf9" providerId="LiveId" clId="{80A8F75D-14D1-406F-9580-D0D61C39844F}" dt="2024-12-05T16:33:17.055" v="3032"/>
          <ac:picMkLst>
            <pc:docMk/>
            <pc:sldMk cId="1258359381" sldId="4437"/>
            <ac:picMk id="7" creationId="{6247FFC7-E657-3A78-4327-60D4776E6FAC}"/>
          </ac:picMkLst>
        </pc:picChg>
        <pc:picChg chg="add del mod ord">
          <ac:chgData name="Abhijit Shine" userId="e6fef8295213bcf9" providerId="LiveId" clId="{80A8F75D-14D1-406F-9580-D0D61C39844F}" dt="2024-12-05T16:33:55.196" v="3033"/>
          <ac:picMkLst>
            <pc:docMk/>
            <pc:sldMk cId="1258359381" sldId="4437"/>
            <ac:picMk id="10" creationId="{AEECBFD8-2ADA-4C60-AF43-3ED91231D041}"/>
          </ac:picMkLst>
        </pc:picChg>
        <pc:picChg chg="add del mod">
          <ac:chgData name="Abhijit Shine" userId="e6fef8295213bcf9" providerId="LiveId" clId="{80A8F75D-14D1-406F-9580-D0D61C39844F}" dt="2024-12-05T16:35:48.365" v="3034"/>
          <ac:picMkLst>
            <pc:docMk/>
            <pc:sldMk cId="1258359381" sldId="4437"/>
            <ac:picMk id="11" creationId="{27BAD247-EAE7-3E3B-A610-F62EDD31BE4B}"/>
          </ac:picMkLst>
        </pc:picChg>
        <pc:picChg chg="add mod">
          <ac:chgData name="Abhijit Shine" userId="e6fef8295213bcf9" providerId="LiveId" clId="{80A8F75D-14D1-406F-9580-D0D61C39844F}" dt="2024-12-05T16:36:02.735" v="3037"/>
          <ac:picMkLst>
            <pc:docMk/>
            <pc:sldMk cId="1258359381" sldId="4437"/>
            <ac:picMk id="14" creationId="{5DD4CD90-CF3D-75DB-B437-5BC50E12DF52}"/>
          </ac:picMkLst>
        </pc:picChg>
      </pc:sldChg>
      <pc:sldChg chg="addSp modSp new mod">
        <pc:chgData name="Abhijit Shine" userId="e6fef8295213bcf9" providerId="LiveId" clId="{80A8F75D-14D1-406F-9580-D0D61C39844F}" dt="2024-12-03T19:08:17.902" v="575" actId="20577"/>
        <pc:sldMkLst>
          <pc:docMk/>
          <pc:sldMk cId="791585641" sldId="4438"/>
        </pc:sldMkLst>
      </pc:sldChg>
      <pc:sldChg chg="addSp delSp modSp add mod modTransition setBg delDesignElem modNotesTx">
        <pc:chgData name="Abhijit Shine" userId="e6fef8295213bcf9" providerId="LiveId" clId="{80A8F75D-14D1-406F-9580-D0D61C39844F}" dt="2024-12-05T16:49:20.753" v="3316" actId="1037"/>
        <pc:sldMkLst>
          <pc:docMk/>
          <pc:sldMk cId="195264445" sldId="4439"/>
        </pc:sldMkLst>
        <pc:spChg chg="add mod">
          <ac:chgData name="Abhijit Shine" userId="e6fef8295213bcf9" providerId="LiveId" clId="{80A8F75D-14D1-406F-9580-D0D61C39844F}" dt="2024-12-04T14:19:56.679" v="1872" actId="34135"/>
          <ac:spMkLst>
            <pc:docMk/>
            <pc:sldMk cId="195264445" sldId="4439"/>
            <ac:spMk id="2" creationId="{1DEBF83D-2C41-7EB2-8C12-9F796E818127}"/>
          </ac:spMkLst>
        </pc:spChg>
        <pc:spChg chg="mod">
          <ac:chgData name="Abhijit Shine" userId="e6fef8295213bcf9" providerId="LiveId" clId="{80A8F75D-14D1-406F-9580-D0D61C39844F}" dt="2024-12-05T16:38:04.862" v="3088" actId="20577"/>
          <ac:spMkLst>
            <pc:docMk/>
            <pc:sldMk cId="195264445" sldId="4439"/>
            <ac:spMk id="4" creationId="{3A21481B-579C-65A0-A459-069ED91A3B6E}"/>
          </ac:spMkLst>
        </pc:spChg>
        <pc:spChg chg="add del mod">
          <ac:chgData name="Abhijit Shine" userId="e6fef8295213bcf9" providerId="LiveId" clId="{80A8F75D-14D1-406F-9580-D0D61C39844F}" dt="2024-12-04T12:11:30.541" v="1632" actId="26606"/>
          <ac:spMkLst>
            <pc:docMk/>
            <pc:sldMk cId="195264445" sldId="4439"/>
            <ac:spMk id="5" creationId="{61C51F7F-290D-242E-0798-8AC61A39C57F}"/>
          </ac:spMkLst>
        </pc:spChg>
        <pc:spChg chg="mod">
          <ac:chgData name="Abhijit Shine" userId="e6fef8295213bcf9" providerId="LiveId" clId="{80A8F75D-14D1-406F-9580-D0D61C39844F}" dt="2024-12-04T14:19:56.679" v="1872" actId="34135"/>
          <ac:spMkLst>
            <pc:docMk/>
            <pc:sldMk cId="195264445" sldId="4439"/>
            <ac:spMk id="6" creationId="{62DD2C8E-BB68-4799-02B9-42017C56AEC9}"/>
          </ac:spMkLst>
        </pc:spChg>
        <pc:spChg chg="mod">
          <ac:chgData name="Abhijit Shine" userId="e6fef8295213bcf9" providerId="LiveId" clId="{80A8F75D-14D1-406F-9580-D0D61C39844F}" dt="2024-12-05T15:11:43.794" v="2773" actId="2711"/>
          <ac:spMkLst>
            <pc:docMk/>
            <pc:sldMk cId="195264445" sldId="4439"/>
            <ac:spMk id="7" creationId="{022AFE47-92EF-1710-41E3-899D3FDB939C}"/>
          </ac:spMkLst>
        </pc:spChg>
        <pc:spChg chg="del">
          <ac:chgData name="Abhijit Shine" userId="e6fef8295213bcf9" providerId="LiveId" clId="{80A8F75D-14D1-406F-9580-D0D61C39844F}" dt="2024-12-04T12:13:33.067" v="1645" actId="478"/>
          <ac:spMkLst>
            <pc:docMk/>
            <pc:sldMk cId="195264445" sldId="4439"/>
            <ac:spMk id="8" creationId="{D733F01C-9D36-F9F9-1DE4-DEC7CA710CED}"/>
          </ac:spMkLst>
        </pc:spChg>
        <pc:spChg chg="add del">
          <ac:chgData name="Abhijit Shine" userId="e6fef8295213bcf9" providerId="LiveId" clId="{80A8F75D-14D1-406F-9580-D0D61C39844F}" dt="2024-12-04T12:32:53.078" v="1704"/>
          <ac:spMkLst>
            <pc:docMk/>
            <pc:sldMk cId="195264445" sldId="4439"/>
            <ac:spMk id="17" creationId="{E91DC736-0EF8-4F87-9146-EBF1D2EE4D3D}"/>
          </ac:spMkLst>
        </pc:spChg>
        <pc:spChg chg="add del">
          <ac:chgData name="Abhijit Shine" userId="e6fef8295213bcf9" providerId="LiveId" clId="{80A8F75D-14D1-406F-9580-D0D61C39844F}" dt="2024-12-04T12:32:53.078" v="1704"/>
          <ac:spMkLst>
            <pc:docMk/>
            <pc:sldMk cId="195264445" sldId="4439"/>
            <ac:spMk id="18" creationId="{097CD68E-23E3-4007-8847-CD0944C4F7BE}"/>
          </ac:spMkLst>
        </pc:spChg>
        <pc:spChg chg="add del">
          <ac:chgData name="Abhijit Shine" userId="e6fef8295213bcf9" providerId="LiveId" clId="{80A8F75D-14D1-406F-9580-D0D61C39844F}" dt="2024-12-04T12:32:53.078" v="1704"/>
          <ac:spMkLst>
            <pc:docMk/>
            <pc:sldMk cId="195264445" sldId="4439"/>
            <ac:spMk id="19" creationId="{AF2F604E-43BE-4DC3-B983-E071523364F8}"/>
          </ac:spMkLst>
        </pc:spChg>
        <pc:spChg chg="add del">
          <ac:chgData name="Abhijit Shine" userId="e6fef8295213bcf9" providerId="LiveId" clId="{80A8F75D-14D1-406F-9580-D0D61C39844F}" dt="2024-12-04T12:32:53.078" v="1704"/>
          <ac:spMkLst>
            <pc:docMk/>
            <pc:sldMk cId="195264445" sldId="4439"/>
            <ac:spMk id="20" creationId="{08C9B587-E65E-4B52-B37C-ABEBB6E87928}"/>
          </ac:spMkLst>
        </pc:spChg>
        <pc:graphicFrameChg chg="add del mod">
          <ac:chgData name="Abhijit Shine" userId="e6fef8295213bcf9" providerId="LiveId" clId="{80A8F75D-14D1-406F-9580-D0D61C39844F}" dt="2024-12-04T12:11:16.001" v="1625" actId="26606"/>
          <ac:graphicFrameMkLst>
            <pc:docMk/>
            <pc:sldMk cId="195264445" sldId="4439"/>
            <ac:graphicFrameMk id="22" creationId="{B0A38FAB-E600-9688-BFE2-03AE8AA4B05D}"/>
          </ac:graphicFrameMkLst>
        </pc:graphicFrameChg>
        <pc:graphicFrameChg chg="add mod">
          <ac:chgData name="Abhijit Shine" userId="e6fef8295213bcf9" providerId="LiveId" clId="{80A8F75D-14D1-406F-9580-D0D61C39844F}" dt="2024-12-05T16:49:20.753" v="3316" actId="1037"/>
          <ac:graphicFrameMkLst>
            <pc:docMk/>
            <pc:sldMk cId="195264445" sldId="4439"/>
            <ac:graphicFrameMk id="23" creationId="{F5B1AC31-CF8A-F613-E8CD-8BE80CF50F8C}"/>
          </ac:graphicFrameMkLst>
        </pc:graphicFrameChg>
        <pc:picChg chg="mod">
          <ac:chgData name="Abhijit Shine" userId="e6fef8295213bcf9" providerId="LiveId" clId="{80A8F75D-14D1-406F-9580-D0D61C39844F}" dt="2024-12-04T12:11:38.567" v="1634" actId="962"/>
          <ac:picMkLst>
            <pc:docMk/>
            <pc:sldMk cId="195264445" sldId="4439"/>
            <ac:picMk id="3" creationId="{50506FBE-B7C8-B334-60C3-51F434685C85}"/>
          </ac:picMkLst>
        </pc:picChg>
        <pc:picChg chg="add mod">
          <ac:chgData name="Abhijit Shine" userId="e6fef8295213bcf9" providerId="LiveId" clId="{80A8F75D-14D1-406F-9580-D0D61C39844F}" dt="2024-12-05T16:30:36.883" v="3024"/>
          <ac:picMkLst>
            <pc:docMk/>
            <pc:sldMk cId="195264445" sldId="4439"/>
            <ac:picMk id="5" creationId="{D8254CDC-5129-A760-9ACB-A31AC4999D34}"/>
          </ac:picMkLst>
        </pc:picChg>
      </pc:sldChg>
      <pc:sldChg chg="addSp delSp add del setBg delDesignElem">
        <pc:chgData name="Abhijit Shine" userId="e6fef8295213bcf9" providerId="LiveId" clId="{80A8F75D-14D1-406F-9580-D0D61C39844F}" dt="2024-12-03T19:41:26.212" v="611"/>
        <pc:sldMkLst>
          <pc:docMk/>
          <pc:sldMk cId="15453840" sldId="4440"/>
        </pc:sldMkLst>
      </pc:sldChg>
      <pc:sldChg chg="addSp delSp modSp mod modTransition setBg delDesignElem modNotesTx">
        <pc:chgData name="Abhijit Shine" userId="e6fef8295213bcf9" providerId="LiveId" clId="{80A8F75D-14D1-406F-9580-D0D61C39844F}" dt="2024-12-05T16:43:35.448" v="3175"/>
        <pc:sldMkLst>
          <pc:docMk/>
          <pc:sldMk cId="874501474" sldId="4440"/>
        </pc:sldMkLst>
        <pc:spChg chg="del mod">
          <ac:chgData name="Abhijit Shine" userId="e6fef8295213bcf9" providerId="LiveId" clId="{80A8F75D-14D1-406F-9580-D0D61C39844F}" dt="2024-12-04T12:00:40.516" v="1510" actId="478"/>
          <ac:spMkLst>
            <pc:docMk/>
            <pc:sldMk cId="874501474" sldId="4440"/>
            <ac:spMk id="2" creationId="{C2BCF78E-3B37-657B-37B5-53B5D0F68AA3}"/>
          </ac:spMkLst>
        </pc:spChg>
        <pc:spChg chg="add del mod ord">
          <ac:chgData name="Abhijit Shine" userId="e6fef8295213bcf9" providerId="LiveId" clId="{80A8F75D-14D1-406F-9580-D0D61C39844F}" dt="2024-12-05T14:05:25.984" v="2293" actId="34135"/>
          <ac:spMkLst>
            <pc:docMk/>
            <pc:sldMk cId="874501474" sldId="4440"/>
            <ac:spMk id="3" creationId="{4DBD1A9E-9DDC-3A25-B14C-E3F18E4F928F}"/>
          </ac:spMkLst>
        </pc:spChg>
        <pc:spChg chg="add del mod ord">
          <ac:chgData name="Abhijit Shine" userId="e6fef8295213bcf9" providerId="LiveId" clId="{80A8F75D-14D1-406F-9580-D0D61C39844F}" dt="2024-12-05T14:04:34.636" v="2285" actId="478"/>
          <ac:spMkLst>
            <pc:docMk/>
            <pc:sldMk cId="874501474" sldId="4440"/>
            <ac:spMk id="6" creationId="{EF047983-85A9-F97D-561D-D77F380ED19D}"/>
          </ac:spMkLst>
        </pc:spChg>
        <pc:spChg chg="add mod">
          <ac:chgData name="Abhijit Shine" userId="e6fef8295213bcf9" providerId="LiveId" clId="{80A8F75D-14D1-406F-9580-D0D61C39844F}" dt="2024-12-05T14:05:34.904" v="2295" actId="34135"/>
          <ac:spMkLst>
            <pc:docMk/>
            <pc:sldMk cId="874501474" sldId="4440"/>
            <ac:spMk id="9" creationId="{13E63CD5-B792-B0EB-7521-E8D06924DA85}"/>
          </ac:spMkLst>
        </pc:spChg>
        <pc:spChg chg="add del">
          <ac:chgData name="Abhijit Shine" userId="e6fef8295213bcf9" providerId="LiveId" clId="{80A8F75D-14D1-406F-9580-D0D61C39844F}" dt="2024-12-05T14:03:58.607" v="2263" actId="26606"/>
          <ac:spMkLst>
            <pc:docMk/>
            <pc:sldMk cId="874501474" sldId="4440"/>
            <ac:spMk id="10" creationId="{04812C46-200A-4DEB-A05E-3ED6C68C2387}"/>
          </ac:spMkLst>
        </pc:spChg>
        <pc:spChg chg="add del">
          <ac:chgData name="Abhijit Shine" userId="e6fef8295213bcf9" providerId="LiveId" clId="{80A8F75D-14D1-406F-9580-D0D61C39844F}" dt="2024-12-04T17:24:02.062" v="2234" actId="26606"/>
          <ac:spMkLst>
            <pc:docMk/>
            <pc:sldMk cId="874501474" sldId="4440"/>
            <ac:spMk id="11" creationId="{C0A1ED06-4733-4020-9C60-81D4D801408D}"/>
          </ac:spMkLst>
        </pc:spChg>
        <pc:spChg chg="add del">
          <ac:chgData name="Abhijit Shine" userId="e6fef8295213bcf9" providerId="LiveId" clId="{80A8F75D-14D1-406F-9580-D0D61C39844F}" dt="2024-12-05T14:03:58.607" v="2263" actId="26606"/>
          <ac:spMkLst>
            <pc:docMk/>
            <pc:sldMk cId="874501474" sldId="4440"/>
            <ac:spMk id="12" creationId="{D1EA859B-E555-4109-94F3-6700E046E008}"/>
          </ac:spMkLst>
        </pc:spChg>
        <pc:spChg chg="add del">
          <ac:chgData name="Abhijit Shine" userId="e6fef8295213bcf9" providerId="LiveId" clId="{80A8F75D-14D1-406F-9580-D0D61C39844F}" dt="2024-12-04T17:24:02.062" v="2234" actId="26606"/>
          <ac:spMkLst>
            <pc:docMk/>
            <pc:sldMk cId="874501474" sldId="4440"/>
            <ac:spMk id="13" creationId="{B0CA3509-3AF9-45FE-93ED-57BB5D5E8E07}"/>
          </ac:spMkLst>
        </pc:spChg>
        <pc:spChg chg="add">
          <ac:chgData name="Abhijit Shine" userId="e6fef8295213bcf9" providerId="LiveId" clId="{80A8F75D-14D1-406F-9580-D0D61C39844F}" dt="2024-12-05T14:03:58.607" v="2263" actId="26606"/>
          <ac:spMkLst>
            <pc:docMk/>
            <pc:sldMk cId="874501474" sldId="4440"/>
            <ac:spMk id="14" creationId="{04812C46-200A-4DEB-A05E-3ED6C68C2387}"/>
          </ac:spMkLst>
        </pc:spChg>
        <pc:spChg chg="add">
          <ac:chgData name="Abhijit Shine" userId="e6fef8295213bcf9" providerId="LiveId" clId="{80A8F75D-14D1-406F-9580-D0D61C39844F}" dt="2024-12-05T14:03:58.607" v="2263" actId="26606"/>
          <ac:spMkLst>
            <pc:docMk/>
            <pc:sldMk cId="874501474" sldId="4440"/>
            <ac:spMk id="15" creationId="{D1EA859B-E555-4109-94F3-6700E046E008}"/>
          </ac:spMkLst>
        </pc:spChg>
        <pc:spChg chg="add del">
          <ac:chgData name="Abhijit Shine" userId="e6fef8295213bcf9" providerId="LiveId" clId="{80A8F75D-14D1-406F-9580-D0D61C39844F}" dt="2024-12-04T17:23:34.696" v="2229" actId="26606"/>
          <ac:spMkLst>
            <pc:docMk/>
            <pc:sldMk cId="874501474" sldId="4440"/>
            <ac:spMk id="17" creationId="{0B9EE3F3-89B7-43C3-8651-C4C96830993D}"/>
          </ac:spMkLst>
        </pc:spChg>
        <pc:spChg chg="add del">
          <ac:chgData name="Abhijit Shine" userId="e6fef8295213bcf9" providerId="LiveId" clId="{80A8F75D-14D1-406F-9580-D0D61C39844F}" dt="2024-12-04T17:23:34.696" v="2229" actId="26606"/>
          <ac:spMkLst>
            <pc:docMk/>
            <pc:sldMk cId="874501474" sldId="4440"/>
            <ac:spMk id="19" creationId="{33AE4636-AEEC-45D6-84D4-7AC2DA48ECF8}"/>
          </ac:spMkLst>
        </pc:spChg>
        <pc:spChg chg="add del">
          <ac:chgData name="Abhijit Shine" userId="e6fef8295213bcf9" providerId="LiveId" clId="{80A8F75D-14D1-406F-9580-D0D61C39844F}" dt="2024-12-04T17:23:34.696" v="2229" actId="26606"/>
          <ac:spMkLst>
            <pc:docMk/>
            <pc:sldMk cId="874501474" sldId="4440"/>
            <ac:spMk id="21" creationId="{8D9CE0F4-2EB2-4F1F-8AAC-DB3571D9FE10}"/>
          </ac:spMkLst>
        </pc:spChg>
        <pc:graphicFrameChg chg="add del">
          <ac:chgData name="Abhijit Shine" userId="e6fef8295213bcf9" providerId="LiveId" clId="{80A8F75D-14D1-406F-9580-D0D61C39844F}" dt="2024-12-04T17:25:36.359" v="2236" actId="26606"/>
          <ac:graphicFrameMkLst>
            <pc:docMk/>
            <pc:sldMk cId="874501474" sldId="4440"/>
            <ac:graphicFrameMk id="8" creationId="{66ACD0D7-325B-EC8B-0B27-7CF504580360}"/>
          </ac:graphicFrameMkLst>
        </pc:graphicFrameChg>
        <pc:picChg chg="add mod">
          <ac:chgData name="Abhijit Shine" userId="e6fef8295213bcf9" providerId="LiveId" clId="{80A8F75D-14D1-406F-9580-D0D61C39844F}" dt="2024-12-05T16:30:40.267" v="3025"/>
          <ac:picMkLst>
            <pc:docMk/>
            <pc:sldMk cId="874501474" sldId="4440"/>
            <ac:picMk id="2" creationId="{DB878FBA-2AFC-A049-6F74-74A5DAA7F0E6}"/>
          </ac:picMkLst>
        </pc:picChg>
        <pc:picChg chg="add mod">
          <ac:chgData name="Abhijit Shine" userId="e6fef8295213bcf9" providerId="LiveId" clId="{80A8F75D-14D1-406F-9580-D0D61C39844F}" dt="2024-12-04T17:27:33.843" v="2259"/>
          <ac:picMkLst>
            <pc:docMk/>
            <pc:sldMk cId="874501474" sldId="4440"/>
            <ac:picMk id="2" creationId="{FFCCA1E9-8AAD-94F1-C722-04103E306BFF}"/>
          </ac:picMkLst>
        </pc:picChg>
        <pc:picChg chg="add del mod ord">
          <ac:chgData name="Abhijit Shine" userId="e6fef8295213bcf9" providerId="LiveId" clId="{80A8F75D-14D1-406F-9580-D0D61C39844F}" dt="2024-12-04T17:23:26.218" v="2226" actId="478"/>
          <ac:picMkLst>
            <pc:docMk/>
            <pc:sldMk cId="874501474" sldId="4440"/>
            <ac:picMk id="5" creationId="{F404C24D-DABC-D97F-7BB4-C61215802AA0}"/>
          </ac:picMkLst>
        </pc:picChg>
        <pc:picChg chg="add mod">
          <ac:chgData name="Abhijit Shine" userId="e6fef8295213bcf9" providerId="LiveId" clId="{80A8F75D-14D1-406F-9580-D0D61C39844F}" dt="2024-12-05T14:05:28.512" v="2294" actId="34135"/>
          <ac:picMkLst>
            <pc:docMk/>
            <pc:sldMk cId="874501474" sldId="4440"/>
            <ac:picMk id="7" creationId="{17E8BA32-98E8-250E-FBA2-CB84F9EE12E5}"/>
          </ac:picMkLst>
        </pc:picChg>
      </pc:sldChg>
      <pc:sldChg chg="addSp delSp modSp del mod">
        <pc:chgData name="Abhijit Shine" userId="e6fef8295213bcf9" providerId="LiveId" clId="{80A8F75D-14D1-406F-9580-D0D61C39844F}" dt="2024-12-04T12:53:06.033" v="1868" actId="47"/>
        <pc:sldMkLst>
          <pc:docMk/>
          <pc:sldMk cId="1803332084" sldId="4441"/>
        </pc:sldMkLst>
        <pc:spChg chg="mod">
          <ac:chgData name="Abhijit Shine" userId="e6fef8295213bcf9" providerId="LiveId" clId="{80A8F75D-14D1-406F-9580-D0D61C39844F}" dt="2024-12-04T12:33:01.957" v="1706" actId="1076"/>
          <ac:spMkLst>
            <pc:docMk/>
            <pc:sldMk cId="1803332084" sldId="4441"/>
            <ac:spMk id="2" creationId="{90C321BC-1720-2DAB-9233-215ECB7D3B33}"/>
          </ac:spMkLst>
        </pc:spChg>
        <pc:picChg chg="add del mod ord">
          <ac:chgData name="Abhijit Shine" userId="e6fef8295213bcf9" providerId="LiveId" clId="{80A8F75D-14D1-406F-9580-D0D61C39844F}" dt="2024-12-04T12:32:57.050" v="1705" actId="478"/>
          <ac:picMkLst>
            <pc:docMk/>
            <pc:sldMk cId="1803332084" sldId="4441"/>
            <ac:picMk id="4" creationId="{394557F9-7ED0-25F4-FAB2-49BC9341AADD}"/>
          </ac:picMkLst>
        </pc:picChg>
        <pc:picChg chg="add del mod">
          <ac:chgData name="Abhijit Shine" userId="e6fef8295213bcf9" providerId="LiveId" clId="{80A8F75D-14D1-406F-9580-D0D61C39844F}" dt="2024-12-04T12:33:40.411" v="1712" actId="478"/>
          <ac:picMkLst>
            <pc:docMk/>
            <pc:sldMk cId="1803332084" sldId="4441"/>
            <ac:picMk id="6" creationId="{E8D31FFF-4679-DCC4-89D4-4F0D4264E922}"/>
          </ac:picMkLst>
        </pc:picChg>
        <pc:picChg chg="add del mod">
          <ac:chgData name="Abhijit Shine" userId="e6fef8295213bcf9" providerId="LiveId" clId="{80A8F75D-14D1-406F-9580-D0D61C39844F}" dt="2024-12-04T12:34:27.999" v="1717" actId="21"/>
          <ac:picMkLst>
            <pc:docMk/>
            <pc:sldMk cId="1803332084" sldId="4441"/>
            <ac:picMk id="8" creationId="{8FE6045E-743B-A3FD-8717-739E1EE577B1}"/>
          </ac:picMkLst>
        </pc:picChg>
        <pc:picChg chg="add del mod">
          <ac:chgData name="Abhijit Shine" userId="e6fef8295213bcf9" providerId="LiveId" clId="{80A8F75D-14D1-406F-9580-D0D61C39844F}" dt="2024-12-04T12:36:41.126" v="1769" actId="478"/>
          <ac:picMkLst>
            <pc:docMk/>
            <pc:sldMk cId="1803332084" sldId="4441"/>
            <ac:picMk id="9" creationId="{9304DC52-EE66-B7D3-1BBC-C9BC387D6FCD}"/>
          </ac:picMkLst>
        </pc:picChg>
      </pc:sldChg>
      <pc:sldChg chg="addSp delSp modSp del mod">
        <pc:chgData name="Abhijit Shine" userId="e6fef8295213bcf9" providerId="LiveId" clId="{80A8F75D-14D1-406F-9580-D0D61C39844F}" dt="2024-12-04T14:44:21.105" v="2029" actId="47"/>
        <pc:sldMkLst>
          <pc:docMk/>
          <pc:sldMk cId="2933947123" sldId="4442"/>
        </pc:sldMkLst>
        <pc:picChg chg="add del mod">
          <ac:chgData name="Abhijit Shine" userId="e6fef8295213bcf9" providerId="LiveId" clId="{80A8F75D-14D1-406F-9580-D0D61C39844F}" dt="2024-12-04T14:37:40.746" v="1889" actId="478"/>
          <ac:picMkLst>
            <pc:docMk/>
            <pc:sldMk cId="2933947123" sldId="4442"/>
            <ac:picMk id="4" creationId="{0A49D619-B769-788A-5DE6-4BE21A16A635}"/>
          </ac:picMkLst>
        </pc:picChg>
        <pc:picChg chg="add del mod">
          <ac:chgData name="Abhijit Shine" userId="e6fef8295213bcf9" providerId="LiveId" clId="{80A8F75D-14D1-406F-9580-D0D61C39844F}" dt="2024-12-04T14:40:31.482" v="1966" actId="478"/>
          <ac:picMkLst>
            <pc:docMk/>
            <pc:sldMk cId="2933947123" sldId="4442"/>
            <ac:picMk id="6" creationId="{7411A1A8-D7F2-0B09-DB93-121B0BF62F9E}"/>
          </ac:picMkLst>
        </pc:picChg>
      </pc:sldChg>
      <pc:sldChg chg="addSp delSp modSp del mod">
        <pc:chgData name="Abhijit Shine" userId="e6fef8295213bcf9" providerId="LiveId" clId="{80A8F75D-14D1-406F-9580-D0D61C39844F}" dt="2024-12-04T15:03:11.563" v="2091" actId="47"/>
        <pc:sldMkLst>
          <pc:docMk/>
          <pc:sldMk cId="1670108546" sldId="4443"/>
        </pc:sldMkLst>
        <pc:picChg chg="add del mod">
          <ac:chgData name="Abhijit Shine" userId="e6fef8295213bcf9" providerId="LiveId" clId="{80A8F75D-14D1-406F-9580-D0D61C39844F}" dt="2024-12-04T14:59:07.183" v="2053" actId="478"/>
          <ac:picMkLst>
            <pc:docMk/>
            <pc:sldMk cId="1670108546" sldId="4443"/>
            <ac:picMk id="4" creationId="{CAEC84A2-E07B-D916-E036-50C5BF92A6CD}"/>
          </ac:picMkLst>
        </pc:picChg>
      </pc:sldChg>
      <pc:sldChg chg="del">
        <pc:chgData name="Abhijit Shine" userId="e6fef8295213bcf9" providerId="LiveId" clId="{80A8F75D-14D1-406F-9580-D0D61C39844F}" dt="2024-12-04T15:11:14.292" v="2147" actId="47"/>
        <pc:sldMkLst>
          <pc:docMk/>
          <pc:sldMk cId="2327626821" sldId="4444"/>
        </pc:sldMkLst>
      </pc:sldChg>
      <pc:sldChg chg="modTransition">
        <pc:chgData name="Abhijit Shine" userId="e6fef8295213bcf9" providerId="LiveId" clId="{80A8F75D-14D1-406F-9580-D0D61C39844F}" dt="2024-12-05T16:43:35.448" v="3175"/>
        <pc:sldMkLst>
          <pc:docMk/>
          <pc:sldMk cId="1881291225" sldId="4445"/>
        </pc:sldMkLst>
      </pc:sldChg>
      <pc:sldChg chg="modTransition">
        <pc:chgData name="Abhijit Shine" userId="e6fef8295213bcf9" providerId="LiveId" clId="{80A8F75D-14D1-406F-9580-D0D61C39844F}" dt="2024-12-05T16:43:35.448" v="3175"/>
        <pc:sldMkLst>
          <pc:docMk/>
          <pc:sldMk cId="626668624" sldId="4446"/>
        </pc:sldMkLst>
      </pc:sldChg>
      <pc:sldChg chg="modTransition">
        <pc:chgData name="Abhijit Shine" userId="e6fef8295213bcf9" providerId="LiveId" clId="{80A8F75D-14D1-406F-9580-D0D61C39844F}" dt="2024-12-05T16:43:35.448" v="3175"/>
        <pc:sldMkLst>
          <pc:docMk/>
          <pc:sldMk cId="877260652" sldId="4447"/>
        </pc:sldMkLst>
      </pc:sldChg>
      <pc:sldChg chg="modTransition">
        <pc:chgData name="Abhijit Shine" userId="e6fef8295213bcf9" providerId="LiveId" clId="{80A8F75D-14D1-406F-9580-D0D61C39844F}" dt="2024-12-05T16:43:35.448" v="3175"/>
        <pc:sldMkLst>
          <pc:docMk/>
          <pc:sldMk cId="716670410" sldId="4448"/>
        </pc:sldMkLst>
      </pc:sldChg>
      <pc:sldChg chg="modTransition">
        <pc:chgData name="Abhijit Shine" userId="e6fef8295213bcf9" providerId="LiveId" clId="{80A8F75D-14D1-406F-9580-D0D61C39844F}" dt="2024-12-05T16:43:35.448" v="3175"/>
        <pc:sldMkLst>
          <pc:docMk/>
          <pc:sldMk cId="172059285" sldId="4449"/>
        </pc:sldMkLst>
      </pc:sldChg>
      <pc:sldChg chg="modTransition">
        <pc:chgData name="Abhijit Shine" userId="e6fef8295213bcf9" providerId="LiveId" clId="{80A8F75D-14D1-406F-9580-D0D61C39844F}" dt="2024-12-05T16:43:35.448" v="3175"/>
        <pc:sldMkLst>
          <pc:docMk/>
          <pc:sldMk cId="777748893" sldId="4450"/>
        </pc:sldMkLst>
      </pc:sldChg>
      <pc:sldChg chg="modTransition">
        <pc:chgData name="Abhijit Shine" userId="e6fef8295213bcf9" providerId="LiveId" clId="{80A8F75D-14D1-406F-9580-D0D61C39844F}" dt="2024-12-05T16:43:35.448" v="3175"/>
        <pc:sldMkLst>
          <pc:docMk/>
          <pc:sldMk cId="4139616429" sldId="4451"/>
        </pc:sldMkLst>
      </pc:sldChg>
      <pc:sldChg chg="modTransition">
        <pc:chgData name="Abhijit Shine" userId="e6fef8295213bcf9" providerId="LiveId" clId="{80A8F75D-14D1-406F-9580-D0D61C39844F}" dt="2024-12-05T16:43:35.448" v="3175"/>
        <pc:sldMkLst>
          <pc:docMk/>
          <pc:sldMk cId="1965414732" sldId="4452"/>
        </pc:sldMkLst>
      </pc:sldChg>
      <pc:sldChg chg="modTransition">
        <pc:chgData name="Abhijit Shine" userId="e6fef8295213bcf9" providerId="LiveId" clId="{80A8F75D-14D1-406F-9580-D0D61C39844F}" dt="2024-12-05T16:43:35.448" v="3175"/>
        <pc:sldMkLst>
          <pc:docMk/>
          <pc:sldMk cId="3928341120" sldId="4453"/>
        </pc:sldMkLst>
      </pc:sldChg>
      <pc:sldChg chg="modTransition">
        <pc:chgData name="Abhijit Shine" userId="e6fef8295213bcf9" providerId="LiveId" clId="{80A8F75D-14D1-406F-9580-D0D61C39844F}" dt="2024-12-05T16:43:35.448" v="3175"/>
        <pc:sldMkLst>
          <pc:docMk/>
          <pc:sldMk cId="1036884270" sldId="4454"/>
        </pc:sldMkLst>
      </pc:sldChg>
      <pc:sldChg chg="addSp delSp modSp mod modTransition setBg">
        <pc:chgData name="Abhijit Shine" userId="e6fef8295213bcf9" providerId="LiveId" clId="{80A8F75D-14D1-406F-9580-D0D61C39844F}" dt="2024-12-05T16:43:35.448" v="3175"/>
        <pc:sldMkLst>
          <pc:docMk/>
          <pc:sldMk cId="3360008051" sldId="4455"/>
        </pc:sldMkLst>
        <pc:spChg chg="mod ord">
          <ac:chgData name="Abhijit Shine" userId="e6fef8295213bcf9" providerId="LiveId" clId="{80A8F75D-14D1-406F-9580-D0D61C39844F}" dt="2024-12-05T15:22:03.774" v="2842" actId="1076"/>
          <ac:spMkLst>
            <pc:docMk/>
            <pc:sldMk cId="3360008051" sldId="4455"/>
            <ac:spMk id="2" creationId="{4EC52B57-A568-1CCF-BB71-6575CCD2A102}"/>
          </ac:spMkLst>
        </pc:spChg>
        <pc:spChg chg="add mod">
          <ac:chgData name="Abhijit Shine" userId="e6fef8295213bcf9" providerId="LiveId" clId="{80A8F75D-14D1-406F-9580-D0D61C39844F}" dt="2024-12-05T15:19:29.862" v="2823" actId="1076"/>
          <ac:spMkLst>
            <pc:docMk/>
            <pc:sldMk cId="3360008051" sldId="4455"/>
            <ac:spMk id="3" creationId="{753360A1-BE2D-4186-ED88-1DAF4335EBEA}"/>
          </ac:spMkLst>
        </pc:spChg>
        <pc:spChg chg="del mod">
          <ac:chgData name="Abhijit Shine" userId="e6fef8295213bcf9" providerId="LiveId" clId="{80A8F75D-14D1-406F-9580-D0D61C39844F}" dt="2024-12-05T15:20:30.644" v="2824" actId="478"/>
          <ac:spMkLst>
            <pc:docMk/>
            <pc:sldMk cId="3360008051" sldId="4455"/>
            <ac:spMk id="4" creationId="{E92EB92E-4961-E4E7-D270-030AB780BBEA}"/>
          </ac:spMkLst>
        </pc:spChg>
        <pc:spChg chg="add mod">
          <ac:chgData name="Abhijit Shine" userId="e6fef8295213bcf9" providerId="LiveId" clId="{80A8F75D-14D1-406F-9580-D0D61C39844F}" dt="2024-12-05T15:22:09.999" v="2843" actId="14100"/>
          <ac:spMkLst>
            <pc:docMk/>
            <pc:sldMk cId="3360008051" sldId="4455"/>
            <ac:spMk id="6" creationId="{830D636C-C43D-AD37-C4AC-C362CFD0FDEA}"/>
          </ac:spMkLst>
        </pc:spChg>
        <pc:spChg chg="add del">
          <ac:chgData name="Abhijit Shine" userId="e6fef8295213bcf9" providerId="LiveId" clId="{80A8F75D-14D1-406F-9580-D0D61C39844F}" dt="2024-12-05T15:19:03.011" v="2803" actId="26606"/>
          <ac:spMkLst>
            <pc:docMk/>
            <pc:sldMk cId="3360008051" sldId="4455"/>
            <ac:spMk id="11" creationId="{EDDBB197-D710-4A4F-A9CA-FD2177498BE8}"/>
          </ac:spMkLst>
        </pc:spChg>
        <pc:spChg chg="add del">
          <ac:chgData name="Abhijit Shine" userId="e6fef8295213bcf9" providerId="LiveId" clId="{80A8F75D-14D1-406F-9580-D0D61C39844F}" dt="2024-12-05T15:19:03.011" v="2803" actId="26606"/>
          <ac:spMkLst>
            <pc:docMk/>
            <pc:sldMk cId="3360008051" sldId="4455"/>
            <ac:spMk id="13" creationId="{975D1CFA-2CDB-4B64-BD9F-85744E8DA12F}"/>
          </ac:spMkLst>
        </pc:spChg>
        <pc:spChg chg="add">
          <ac:chgData name="Abhijit Shine" userId="e6fef8295213bcf9" providerId="LiveId" clId="{80A8F75D-14D1-406F-9580-D0D61C39844F}" dt="2024-12-05T15:19:03.011" v="2803" actId="26606"/>
          <ac:spMkLst>
            <pc:docMk/>
            <pc:sldMk cId="3360008051" sldId="4455"/>
            <ac:spMk id="24" creationId="{A440A548-C0D4-4418-940E-EDC2F1D9A599}"/>
          </ac:spMkLst>
        </pc:spChg>
        <pc:spChg chg="add">
          <ac:chgData name="Abhijit Shine" userId="e6fef8295213bcf9" providerId="LiveId" clId="{80A8F75D-14D1-406F-9580-D0D61C39844F}" dt="2024-12-05T15:19:03.011" v="2803" actId="26606"/>
          <ac:spMkLst>
            <pc:docMk/>
            <pc:sldMk cId="3360008051" sldId="4455"/>
            <ac:spMk id="26" creationId="{E708B267-8CD2-4684-A57B-9F1070769203}"/>
          </ac:spMkLst>
        </pc:spChg>
        <pc:grpChg chg="add del">
          <ac:chgData name="Abhijit Shine" userId="e6fef8295213bcf9" providerId="LiveId" clId="{80A8F75D-14D1-406F-9580-D0D61C39844F}" dt="2024-12-05T15:19:03.011" v="2803" actId="26606"/>
          <ac:grpSpMkLst>
            <pc:docMk/>
            <pc:sldMk cId="3360008051" sldId="4455"/>
            <ac:grpSpMk id="15" creationId="{25EE5136-01F1-466C-962D-BA9B4C6757AA}"/>
          </ac:grpSpMkLst>
        </pc:grpChg>
        <pc:grpChg chg="add">
          <ac:chgData name="Abhijit Shine" userId="e6fef8295213bcf9" providerId="LiveId" clId="{80A8F75D-14D1-406F-9580-D0D61C39844F}" dt="2024-12-05T15:19:03.011" v="2803" actId="26606"/>
          <ac:grpSpMkLst>
            <pc:docMk/>
            <pc:sldMk cId="3360008051" sldId="4455"/>
            <ac:grpSpMk id="28" creationId="{41E5AB36-9328-47E9-95AD-E38AC1C0E18D}"/>
          </ac:grpSpMkLst>
        </pc:grpChg>
        <pc:picChg chg="add mod">
          <ac:chgData name="Abhijit Shine" userId="e6fef8295213bcf9" providerId="LiveId" clId="{80A8F75D-14D1-406F-9580-D0D61C39844F}" dt="2024-12-05T15:19:03.011" v="2803" actId="26606"/>
          <ac:picMkLst>
            <pc:docMk/>
            <pc:sldMk cId="3360008051" sldId="4455"/>
            <ac:picMk id="8" creationId="{550E964C-11CC-B661-E422-B377B6518064}"/>
          </ac:picMkLst>
        </pc:picChg>
      </pc:sldChg>
      <pc:sldChg chg="addSp delSp modSp mod modTransition setBg">
        <pc:chgData name="Abhijit Shine" userId="e6fef8295213bcf9" providerId="LiveId" clId="{80A8F75D-14D1-406F-9580-D0D61C39844F}" dt="2024-12-05T16:43:35.448" v="3175"/>
        <pc:sldMkLst>
          <pc:docMk/>
          <pc:sldMk cId="1422157871" sldId="4456"/>
        </pc:sldMkLst>
        <pc:spChg chg="mod ord">
          <ac:chgData name="Abhijit Shine" userId="e6fef8295213bcf9" providerId="LiveId" clId="{80A8F75D-14D1-406F-9580-D0D61C39844F}" dt="2024-12-05T14:11:01.542" v="2405" actId="34135"/>
          <ac:spMkLst>
            <pc:docMk/>
            <pc:sldMk cId="1422157871" sldId="4456"/>
            <ac:spMk id="2" creationId="{DA46CEEA-937C-FF1C-05D3-0FE208781FFF}"/>
          </ac:spMkLst>
        </pc:spChg>
        <pc:spChg chg="del">
          <ac:chgData name="Abhijit Shine" userId="e6fef8295213bcf9" providerId="LiveId" clId="{80A8F75D-14D1-406F-9580-D0D61C39844F}" dt="2024-12-05T14:07:41.807" v="2336" actId="478"/>
          <ac:spMkLst>
            <pc:docMk/>
            <pc:sldMk cId="1422157871" sldId="4456"/>
            <ac:spMk id="3" creationId="{382E17FE-7086-1312-4312-834F6F26AF6B}"/>
          </ac:spMkLst>
        </pc:spChg>
        <pc:spChg chg="add del mod ord">
          <ac:chgData name="Abhijit Shine" userId="e6fef8295213bcf9" providerId="LiveId" clId="{80A8F75D-14D1-406F-9580-D0D61C39844F}" dt="2024-12-05T14:10:11.528" v="2379" actId="478"/>
          <ac:spMkLst>
            <pc:docMk/>
            <pc:sldMk cId="1422157871" sldId="4456"/>
            <ac:spMk id="4" creationId="{5BAFB669-5E83-A6B7-58E4-D18E546C6A28}"/>
          </ac:spMkLst>
        </pc:spChg>
        <pc:spChg chg="add mod">
          <ac:chgData name="Abhijit Shine" userId="e6fef8295213bcf9" providerId="LiveId" clId="{80A8F75D-14D1-406F-9580-D0D61C39844F}" dt="2024-12-05T15:25:02.775" v="2862" actId="34135"/>
          <ac:spMkLst>
            <pc:docMk/>
            <pc:sldMk cId="1422157871" sldId="4456"/>
            <ac:spMk id="7" creationId="{FC57DAF7-C456-776E-E28A-619FC2556E0C}"/>
          </ac:spMkLst>
        </pc:spChg>
        <pc:spChg chg="add">
          <ac:chgData name="Abhijit Shine" userId="e6fef8295213bcf9" providerId="LiveId" clId="{80A8F75D-14D1-406F-9580-D0D61C39844F}" dt="2024-12-05T14:09:37.187" v="2344" actId="26606"/>
          <ac:spMkLst>
            <pc:docMk/>
            <pc:sldMk cId="1422157871" sldId="4456"/>
            <ac:spMk id="11" creationId="{04812C46-200A-4DEB-A05E-3ED6C68C2387}"/>
          </ac:spMkLst>
        </pc:spChg>
        <pc:spChg chg="add">
          <ac:chgData name="Abhijit Shine" userId="e6fef8295213bcf9" providerId="LiveId" clId="{80A8F75D-14D1-406F-9580-D0D61C39844F}" dt="2024-12-05T14:09:37.187" v="2344" actId="26606"/>
          <ac:spMkLst>
            <pc:docMk/>
            <pc:sldMk cId="1422157871" sldId="4456"/>
            <ac:spMk id="13" creationId="{D1EA859B-E555-4109-94F3-6700E046E008}"/>
          </ac:spMkLst>
        </pc:spChg>
        <pc:picChg chg="add mod">
          <ac:chgData name="Abhijit Shine" userId="e6fef8295213bcf9" providerId="LiveId" clId="{80A8F75D-14D1-406F-9580-D0D61C39844F}" dt="2024-12-05T14:33:25.204" v="2534" actId="29295"/>
          <ac:picMkLst>
            <pc:docMk/>
            <pc:sldMk cId="1422157871" sldId="4456"/>
            <ac:picMk id="6" creationId="{EC22D9E7-BACB-9586-2C5C-ED8E9A705424}"/>
          </ac:picMkLst>
        </pc:picChg>
      </pc:sldChg>
      <pc:sldChg chg="addSp delSp modSp del mod">
        <pc:chgData name="Abhijit Shine" userId="e6fef8295213bcf9" providerId="LiveId" clId="{80A8F75D-14D1-406F-9580-D0D61C39844F}" dt="2024-12-05T14:32:52.660" v="2532" actId="2696"/>
        <pc:sldMkLst>
          <pc:docMk/>
          <pc:sldMk cId="1931498142" sldId="4457"/>
        </pc:sldMkLst>
        <pc:picChg chg="add del mod">
          <ac:chgData name="Abhijit Shine" userId="e6fef8295213bcf9" providerId="LiveId" clId="{80A8F75D-14D1-406F-9580-D0D61C39844F}" dt="2024-12-05T14:25:13.095" v="2424" actId="478"/>
          <ac:picMkLst>
            <pc:docMk/>
            <pc:sldMk cId="1931498142" sldId="4457"/>
            <ac:picMk id="5" creationId="{EE0B800A-4982-4847-3332-FED3EEBA2F9C}"/>
          </ac:picMkLst>
        </pc:picChg>
      </pc:sldChg>
      <pc:sldChg chg="modSp mod modTransition">
        <pc:chgData name="Abhijit Shine" userId="e6fef8295213bcf9" providerId="LiveId" clId="{80A8F75D-14D1-406F-9580-D0D61C39844F}" dt="2024-12-05T16:43:35.448" v="3175"/>
        <pc:sldMkLst>
          <pc:docMk/>
          <pc:sldMk cId="4023840473" sldId="4458"/>
        </pc:sldMkLst>
        <pc:spChg chg="mod">
          <ac:chgData name="Abhijit Shine" userId="e6fef8295213bcf9" providerId="LiveId" clId="{80A8F75D-14D1-406F-9580-D0D61C39844F}" dt="2024-12-04T01:43:17.515" v="1398" actId="20577"/>
          <ac:spMkLst>
            <pc:docMk/>
            <pc:sldMk cId="4023840473" sldId="4458"/>
            <ac:spMk id="2" creationId="{1503649E-CEBB-639D-26B2-0D425895F1DF}"/>
          </ac:spMkLst>
        </pc:spChg>
      </pc:sldChg>
      <pc:sldChg chg="addSp delSp modSp add mod modTransition setBg delDesignElem">
        <pc:chgData name="Abhijit Shine" userId="e6fef8295213bcf9" providerId="LiveId" clId="{80A8F75D-14D1-406F-9580-D0D61C39844F}" dt="2024-12-05T16:43:35.448" v="3175"/>
        <pc:sldMkLst>
          <pc:docMk/>
          <pc:sldMk cId="3517452513" sldId="4459"/>
        </pc:sldMkLst>
        <pc:spChg chg="add del mod">
          <ac:chgData name="Abhijit Shine" userId="e6fef8295213bcf9" providerId="LiveId" clId="{80A8F75D-14D1-406F-9580-D0D61C39844F}" dt="2024-12-04T14:41:43.572" v="2004" actId="478"/>
          <ac:spMkLst>
            <pc:docMk/>
            <pc:sldMk cId="3517452513" sldId="4459"/>
            <ac:spMk id="2" creationId="{25D6C621-56BA-526C-5FF5-E3BBBD0988AE}"/>
          </ac:spMkLst>
        </pc:spChg>
        <pc:spChg chg="mod ord">
          <ac:chgData name="Abhijit Shine" userId="e6fef8295213bcf9" providerId="LiveId" clId="{80A8F75D-14D1-406F-9580-D0D61C39844F}" dt="2024-12-05T15:10:40.556" v="2769" actId="2711"/>
          <ac:spMkLst>
            <pc:docMk/>
            <pc:sldMk cId="3517452513" sldId="4459"/>
            <ac:spMk id="3" creationId="{E5785F01-3967-2CDA-5644-EFAA96C6EC35}"/>
          </ac:spMkLst>
        </pc:spChg>
        <pc:spChg chg="add mod">
          <ac:chgData name="Abhijit Shine" userId="e6fef8295213bcf9" providerId="LiveId" clId="{80A8F75D-14D1-406F-9580-D0D61C39844F}" dt="2024-12-04T14:41:36.750" v="2003" actId="14100"/>
          <ac:spMkLst>
            <pc:docMk/>
            <pc:sldMk cId="3517452513" sldId="4459"/>
            <ac:spMk id="4" creationId="{E52D8B2A-9B3A-3C25-87C4-72525CF763FA}"/>
          </ac:spMkLst>
        </pc:spChg>
        <pc:spChg chg="del mod">
          <ac:chgData name="Abhijit Shine" userId="e6fef8295213bcf9" providerId="LiveId" clId="{80A8F75D-14D1-406F-9580-D0D61C39844F}" dt="2024-12-04T12:38:53.134" v="1835" actId="478"/>
          <ac:spMkLst>
            <pc:docMk/>
            <pc:sldMk cId="3517452513" sldId="4459"/>
            <ac:spMk id="6" creationId="{5FFC7FBA-62DB-CAEB-8161-4992756B4347}"/>
          </ac:spMkLst>
        </pc:spChg>
        <pc:spChg chg="del">
          <ac:chgData name="Abhijit Shine" userId="e6fef8295213bcf9" providerId="LiveId" clId="{80A8F75D-14D1-406F-9580-D0D61C39844F}" dt="2024-12-04T12:36:56.198" v="1771"/>
          <ac:spMkLst>
            <pc:docMk/>
            <pc:sldMk cId="3517452513" sldId="4459"/>
            <ac:spMk id="10" creationId="{CFD85937-F369-36A4-F662-82316D62AAC5}"/>
          </ac:spMkLst>
        </pc:spChg>
        <pc:spChg chg="add del">
          <ac:chgData name="Abhijit Shine" userId="e6fef8295213bcf9" providerId="LiveId" clId="{80A8F75D-14D1-406F-9580-D0D61C39844F}" dt="2024-12-04T14:34:14.652" v="1881" actId="26606"/>
          <ac:spMkLst>
            <pc:docMk/>
            <pc:sldMk cId="3517452513" sldId="4459"/>
            <ac:spMk id="11" creationId="{04812C46-200A-4DEB-A05E-3ED6C68C2387}"/>
          </ac:spMkLst>
        </pc:spChg>
        <pc:spChg chg="del">
          <ac:chgData name="Abhijit Shine" userId="e6fef8295213bcf9" providerId="LiveId" clId="{80A8F75D-14D1-406F-9580-D0D61C39844F}" dt="2024-12-04T12:36:56.198" v="1771"/>
          <ac:spMkLst>
            <pc:docMk/>
            <pc:sldMk cId="3517452513" sldId="4459"/>
            <ac:spMk id="12" creationId="{56AC6AE7-917A-2EDA-167D-EF62018BD0B5}"/>
          </ac:spMkLst>
        </pc:spChg>
        <pc:spChg chg="add del">
          <ac:chgData name="Abhijit Shine" userId="e6fef8295213bcf9" providerId="LiveId" clId="{80A8F75D-14D1-406F-9580-D0D61C39844F}" dt="2024-12-04T14:34:14.652" v="1881" actId="26606"/>
          <ac:spMkLst>
            <pc:docMk/>
            <pc:sldMk cId="3517452513" sldId="4459"/>
            <ac:spMk id="13" creationId="{D1EA859B-E555-4109-94F3-6700E046E008}"/>
          </ac:spMkLst>
        </pc:spChg>
        <pc:spChg chg="add">
          <ac:chgData name="Abhijit Shine" userId="e6fef8295213bcf9" providerId="LiveId" clId="{80A8F75D-14D1-406F-9580-D0D61C39844F}" dt="2024-12-04T14:34:14.652" v="1881" actId="26606"/>
          <ac:spMkLst>
            <pc:docMk/>
            <pc:sldMk cId="3517452513" sldId="4459"/>
            <ac:spMk id="18" creationId="{04812C46-200A-4DEB-A05E-3ED6C68C2387}"/>
          </ac:spMkLst>
        </pc:spChg>
        <pc:spChg chg="add">
          <ac:chgData name="Abhijit Shine" userId="e6fef8295213bcf9" providerId="LiveId" clId="{80A8F75D-14D1-406F-9580-D0D61C39844F}" dt="2024-12-04T14:34:14.652" v="1881" actId="26606"/>
          <ac:spMkLst>
            <pc:docMk/>
            <pc:sldMk cId="3517452513" sldId="4459"/>
            <ac:spMk id="20" creationId="{D1EA859B-E555-4109-94F3-6700E046E008}"/>
          </ac:spMkLst>
        </pc:spChg>
        <pc:picChg chg="mod">
          <ac:chgData name="Abhijit Shine" userId="e6fef8295213bcf9" providerId="LiveId" clId="{80A8F75D-14D1-406F-9580-D0D61C39844F}" dt="2024-12-04T14:34:38.869" v="1885" actId="29295"/>
          <ac:picMkLst>
            <pc:docMk/>
            <pc:sldMk cId="3517452513" sldId="4459"/>
            <ac:picMk id="5" creationId="{E5BA2205-591D-9FE3-4EF3-F9EF8F79E578}"/>
          </ac:picMkLst>
        </pc:picChg>
      </pc:sldChg>
      <pc:sldChg chg="new del">
        <pc:chgData name="Abhijit Shine" userId="e6fef8295213bcf9" providerId="LiveId" clId="{80A8F75D-14D1-406F-9580-D0D61C39844F}" dt="2024-12-04T14:18:29.599" v="1870" actId="47"/>
        <pc:sldMkLst>
          <pc:docMk/>
          <pc:sldMk cId="422454691" sldId="4460"/>
        </pc:sldMkLst>
      </pc:sldChg>
      <pc:sldChg chg="addSp delSp modSp add mod modTransition">
        <pc:chgData name="Abhijit Shine" userId="e6fef8295213bcf9" providerId="LiveId" clId="{80A8F75D-14D1-406F-9580-D0D61C39844F}" dt="2024-12-05T16:43:35.448" v="3175"/>
        <pc:sldMkLst>
          <pc:docMk/>
          <pc:sldMk cId="2914266993" sldId="4460"/>
        </pc:sldMkLst>
        <pc:spChg chg="add del mod">
          <ac:chgData name="Abhijit Shine" userId="e6fef8295213bcf9" providerId="LiveId" clId="{80A8F75D-14D1-406F-9580-D0D61C39844F}" dt="2024-12-04T14:43:46.300" v="2018" actId="478"/>
          <ac:spMkLst>
            <pc:docMk/>
            <pc:sldMk cId="2914266993" sldId="4460"/>
            <ac:spMk id="2" creationId="{0340679F-DC50-A44F-AAB4-5908AB648B57}"/>
          </ac:spMkLst>
        </pc:spChg>
        <pc:spChg chg="mod">
          <ac:chgData name="Abhijit Shine" userId="e6fef8295213bcf9" providerId="LiveId" clId="{80A8F75D-14D1-406F-9580-D0D61C39844F}" dt="2024-12-05T15:10:32.381" v="2768" actId="2711"/>
          <ac:spMkLst>
            <pc:docMk/>
            <pc:sldMk cId="2914266993" sldId="4460"/>
            <ac:spMk id="3" creationId="{5192EB6A-0CE8-1BEC-8C5E-48112AAC7144}"/>
          </ac:spMkLst>
        </pc:spChg>
        <pc:spChg chg="add mod">
          <ac:chgData name="Abhijit Shine" userId="e6fef8295213bcf9" providerId="LiveId" clId="{80A8F75D-14D1-406F-9580-D0D61C39844F}" dt="2024-12-05T14:06:30.427" v="2300" actId="34135"/>
          <ac:spMkLst>
            <pc:docMk/>
            <pc:sldMk cId="2914266993" sldId="4460"/>
            <ac:spMk id="6" creationId="{D1D95CEC-DB60-59C1-BE98-4B41634F7F6D}"/>
          </ac:spMkLst>
        </pc:spChg>
        <pc:spChg chg="del">
          <ac:chgData name="Abhijit Shine" userId="e6fef8295213bcf9" providerId="LiveId" clId="{80A8F75D-14D1-406F-9580-D0D61C39844F}" dt="2024-12-04T14:38:50.414" v="1895" actId="26606"/>
          <ac:spMkLst>
            <pc:docMk/>
            <pc:sldMk cId="2914266993" sldId="4460"/>
            <ac:spMk id="18" creationId="{251D7A96-D0A3-050F-F7AE-C3D99CE21D65}"/>
          </ac:spMkLst>
        </pc:spChg>
        <pc:spChg chg="del">
          <ac:chgData name="Abhijit Shine" userId="e6fef8295213bcf9" providerId="LiveId" clId="{80A8F75D-14D1-406F-9580-D0D61C39844F}" dt="2024-12-04T14:38:50.414" v="1895" actId="26606"/>
          <ac:spMkLst>
            <pc:docMk/>
            <pc:sldMk cId="2914266993" sldId="4460"/>
            <ac:spMk id="20" creationId="{4340A9DC-C137-AC0F-FD18-A65E7A45EF01}"/>
          </ac:spMkLst>
        </pc:spChg>
        <pc:spChg chg="add del">
          <ac:chgData name="Abhijit Shine" userId="e6fef8295213bcf9" providerId="LiveId" clId="{80A8F75D-14D1-406F-9580-D0D61C39844F}" dt="2024-12-04T14:38:57.587" v="1899" actId="26606"/>
          <ac:spMkLst>
            <pc:docMk/>
            <pc:sldMk cId="2914266993" sldId="4460"/>
            <ac:spMk id="25" creationId="{231BF440-39FA-4087-84CC-2EEC0BBDAF29}"/>
          </ac:spMkLst>
        </pc:spChg>
        <pc:spChg chg="add del">
          <ac:chgData name="Abhijit Shine" userId="e6fef8295213bcf9" providerId="LiveId" clId="{80A8F75D-14D1-406F-9580-D0D61C39844F}" dt="2024-12-04T14:38:57.587" v="1899" actId="26606"/>
          <ac:spMkLst>
            <pc:docMk/>
            <pc:sldMk cId="2914266993" sldId="4460"/>
            <ac:spMk id="27" creationId="{F04E4CBA-303B-48BD-8451-C2701CB0EEBF}"/>
          </ac:spMkLst>
        </pc:spChg>
        <pc:spChg chg="add del">
          <ac:chgData name="Abhijit Shine" userId="e6fef8295213bcf9" providerId="LiveId" clId="{80A8F75D-14D1-406F-9580-D0D61C39844F}" dt="2024-12-04T14:38:57.587" v="1899" actId="26606"/>
          <ac:spMkLst>
            <pc:docMk/>
            <pc:sldMk cId="2914266993" sldId="4460"/>
            <ac:spMk id="29" creationId="{F6CA58B3-AFCC-4A40-9882-50D5080879B0}"/>
          </ac:spMkLst>
        </pc:spChg>
        <pc:spChg chg="add del">
          <ac:chgData name="Abhijit Shine" userId="e6fef8295213bcf9" providerId="LiveId" clId="{80A8F75D-14D1-406F-9580-D0D61C39844F}" dt="2024-12-04T14:38:57.587" v="1899" actId="26606"/>
          <ac:spMkLst>
            <pc:docMk/>
            <pc:sldMk cId="2914266993" sldId="4460"/>
            <ac:spMk id="31" creationId="{75C56826-D4E5-42ED-8529-079651CB3005}"/>
          </ac:spMkLst>
        </pc:spChg>
        <pc:spChg chg="add del">
          <ac:chgData name="Abhijit Shine" userId="e6fef8295213bcf9" providerId="LiveId" clId="{80A8F75D-14D1-406F-9580-D0D61C39844F}" dt="2024-12-04T14:38:57.587" v="1899" actId="26606"/>
          <ac:spMkLst>
            <pc:docMk/>
            <pc:sldMk cId="2914266993" sldId="4460"/>
            <ac:spMk id="33" creationId="{82095FCE-EF05-4443-B97A-85DEE3A5CA17}"/>
          </ac:spMkLst>
        </pc:spChg>
        <pc:spChg chg="add del">
          <ac:chgData name="Abhijit Shine" userId="e6fef8295213bcf9" providerId="LiveId" clId="{80A8F75D-14D1-406F-9580-D0D61C39844F}" dt="2024-12-04T14:38:57.587" v="1899" actId="26606"/>
          <ac:spMkLst>
            <pc:docMk/>
            <pc:sldMk cId="2914266993" sldId="4460"/>
            <ac:spMk id="35" creationId="{CA00AE6B-AA30-4CF8-BA6F-339B780AD76C}"/>
          </ac:spMkLst>
        </pc:spChg>
        <pc:spChg chg="add del">
          <ac:chgData name="Abhijit Shine" userId="e6fef8295213bcf9" providerId="LiveId" clId="{80A8F75D-14D1-406F-9580-D0D61C39844F}" dt="2024-12-04T14:38:57.581" v="1898" actId="26606"/>
          <ac:spMkLst>
            <pc:docMk/>
            <pc:sldMk cId="2914266993" sldId="4460"/>
            <ac:spMk id="40" creationId="{04812C46-200A-4DEB-A05E-3ED6C68C2387}"/>
          </ac:spMkLst>
        </pc:spChg>
        <pc:spChg chg="add del">
          <ac:chgData name="Abhijit Shine" userId="e6fef8295213bcf9" providerId="LiveId" clId="{80A8F75D-14D1-406F-9580-D0D61C39844F}" dt="2024-12-04T14:38:57.581" v="1898" actId="26606"/>
          <ac:spMkLst>
            <pc:docMk/>
            <pc:sldMk cId="2914266993" sldId="4460"/>
            <ac:spMk id="42" creationId="{D1EA859B-E555-4109-94F3-6700E046E008}"/>
          </ac:spMkLst>
        </pc:spChg>
        <pc:spChg chg="add del">
          <ac:chgData name="Abhijit Shine" userId="e6fef8295213bcf9" providerId="LiveId" clId="{80A8F75D-14D1-406F-9580-D0D61C39844F}" dt="2024-12-04T14:39:20.140" v="1900" actId="26606"/>
          <ac:spMkLst>
            <pc:docMk/>
            <pc:sldMk cId="2914266993" sldId="4460"/>
            <ac:spMk id="44" creationId="{55D4142C-5077-457F-A6AD-3FECFDB39685}"/>
          </ac:spMkLst>
        </pc:spChg>
        <pc:spChg chg="add del">
          <ac:chgData name="Abhijit Shine" userId="e6fef8295213bcf9" providerId="LiveId" clId="{80A8F75D-14D1-406F-9580-D0D61C39844F}" dt="2024-12-04T14:39:20.140" v="1900" actId="26606"/>
          <ac:spMkLst>
            <pc:docMk/>
            <pc:sldMk cId="2914266993" sldId="4460"/>
            <ac:spMk id="45" creationId="{8FC9BE17-9A7B-462D-AE50-3D8777387304}"/>
          </ac:spMkLst>
        </pc:spChg>
        <pc:spChg chg="add del">
          <ac:chgData name="Abhijit Shine" userId="e6fef8295213bcf9" providerId="LiveId" clId="{80A8F75D-14D1-406F-9580-D0D61C39844F}" dt="2024-12-04T14:39:20.140" v="1900" actId="26606"/>
          <ac:spMkLst>
            <pc:docMk/>
            <pc:sldMk cId="2914266993" sldId="4460"/>
            <ac:spMk id="46" creationId="{7A5F0580-5EE9-419F-96EE-B6529EF6E7D0}"/>
          </ac:spMkLst>
        </pc:spChg>
        <pc:spChg chg="add del">
          <ac:chgData name="Abhijit Shine" userId="e6fef8295213bcf9" providerId="LiveId" clId="{80A8F75D-14D1-406F-9580-D0D61C39844F}" dt="2024-12-04T14:39:20.140" v="1900" actId="26606"/>
          <ac:spMkLst>
            <pc:docMk/>
            <pc:sldMk cId="2914266993" sldId="4460"/>
            <ac:spMk id="47" creationId="{3EBE8569-6AEC-4B8C-8D53-2DE337CDBA65}"/>
          </ac:spMkLst>
        </pc:spChg>
        <pc:spChg chg="add del">
          <ac:chgData name="Abhijit Shine" userId="e6fef8295213bcf9" providerId="LiveId" clId="{80A8F75D-14D1-406F-9580-D0D61C39844F}" dt="2024-12-04T14:39:51.417" v="1905" actId="26606"/>
          <ac:spMkLst>
            <pc:docMk/>
            <pc:sldMk cId="2914266993" sldId="4460"/>
            <ac:spMk id="52" creationId="{04812C46-200A-4DEB-A05E-3ED6C68C2387}"/>
          </ac:spMkLst>
        </pc:spChg>
        <pc:spChg chg="add del">
          <ac:chgData name="Abhijit Shine" userId="e6fef8295213bcf9" providerId="LiveId" clId="{80A8F75D-14D1-406F-9580-D0D61C39844F}" dt="2024-12-04T14:39:51.417" v="1905" actId="26606"/>
          <ac:spMkLst>
            <pc:docMk/>
            <pc:sldMk cId="2914266993" sldId="4460"/>
            <ac:spMk id="54" creationId="{D1EA859B-E555-4109-94F3-6700E046E008}"/>
          </ac:spMkLst>
        </pc:spChg>
        <pc:spChg chg="add del">
          <ac:chgData name="Abhijit Shine" userId="e6fef8295213bcf9" providerId="LiveId" clId="{80A8F75D-14D1-406F-9580-D0D61C39844F}" dt="2024-12-04T14:42:51.616" v="2013" actId="26606"/>
          <ac:spMkLst>
            <pc:docMk/>
            <pc:sldMk cId="2914266993" sldId="4460"/>
            <ac:spMk id="59" creationId="{8FC9BE17-9A7B-462D-AE50-3D8777387304}"/>
          </ac:spMkLst>
        </pc:spChg>
        <pc:spChg chg="add del">
          <ac:chgData name="Abhijit Shine" userId="e6fef8295213bcf9" providerId="LiveId" clId="{80A8F75D-14D1-406F-9580-D0D61C39844F}" dt="2024-12-04T14:42:51.616" v="2013" actId="26606"/>
          <ac:spMkLst>
            <pc:docMk/>
            <pc:sldMk cId="2914266993" sldId="4460"/>
            <ac:spMk id="61" creationId="{3EBE8569-6AEC-4B8C-8D53-2DE337CDBA65}"/>
          </ac:spMkLst>
        </pc:spChg>
        <pc:spChg chg="add del">
          <ac:chgData name="Abhijit Shine" userId="e6fef8295213bcf9" providerId="LiveId" clId="{80A8F75D-14D1-406F-9580-D0D61C39844F}" dt="2024-12-04T14:42:51.616" v="2013" actId="26606"/>
          <ac:spMkLst>
            <pc:docMk/>
            <pc:sldMk cId="2914266993" sldId="4460"/>
            <ac:spMk id="63" creationId="{55D4142C-5077-457F-A6AD-3FECFDB39685}"/>
          </ac:spMkLst>
        </pc:spChg>
        <pc:spChg chg="add del">
          <ac:chgData name="Abhijit Shine" userId="e6fef8295213bcf9" providerId="LiveId" clId="{80A8F75D-14D1-406F-9580-D0D61C39844F}" dt="2024-12-04T14:42:51.616" v="2013" actId="26606"/>
          <ac:spMkLst>
            <pc:docMk/>
            <pc:sldMk cId="2914266993" sldId="4460"/>
            <ac:spMk id="65" creationId="{7A5F0580-5EE9-419F-96EE-B6529EF6E7D0}"/>
          </ac:spMkLst>
        </pc:spChg>
        <pc:spChg chg="add">
          <ac:chgData name="Abhijit Shine" userId="e6fef8295213bcf9" providerId="LiveId" clId="{80A8F75D-14D1-406F-9580-D0D61C39844F}" dt="2024-12-04T14:42:51.616" v="2013" actId="26606"/>
          <ac:spMkLst>
            <pc:docMk/>
            <pc:sldMk cId="2914266993" sldId="4460"/>
            <ac:spMk id="70" creationId="{04812C46-200A-4DEB-A05E-3ED6C68C2387}"/>
          </ac:spMkLst>
        </pc:spChg>
        <pc:spChg chg="add">
          <ac:chgData name="Abhijit Shine" userId="e6fef8295213bcf9" providerId="LiveId" clId="{80A8F75D-14D1-406F-9580-D0D61C39844F}" dt="2024-12-04T14:42:51.616" v="2013" actId="26606"/>
          <ac:spMkLst>
            <pc:docMk/>
            <pc:sldMk cId="2914266993" sldId="4460"/>
            <ac:spMk id="72" creationId="{D1EA859B-E555-4109-94F3-6700E046E008}"/>
          </ac:spMkLst>
        </pc:spChg>
        <pc:picChg chg="add mod ord">
          <ac:chgData name="Abhijit Shine" userId="e6fef8295213bcf9" providerId="LiveId" clId="{80A8F75D-14D1-406F-9580-D0D61C39844F}" dt="2024-12-04T15:07:14.413" v="2100" actId="34135"/>
          <ac:picMkLst>
            <pc:docMk/>
            <pc:sldMk cId="2914266993" sldId="4460"/>
            <ac:picMk id="4" creationId="{508ABDB5-BFF8-30CA-1B8C-37FCE4C2EBAB}"/>
          </ac:picMkLst>
        </pc:picChg>
        <pc:picChg chg="del mod">
          <ac:chgData name="Abhijit Shine" userId="e6fef8295213bcf9" providerId="LiveId" clId="{80A8F75D-14D1-406F-9580-D0D61C39844F}" dt="2024-12-04T14:38:53.280" v="1896" actId="478"/>
          <ac:picMkLst>
            <pc:docMk/>
            <pc:sldMk cId="2914266993" sldId="4460"/>
            <ac:picMk id="5" creationId="{A457C838-3141-C107-0BFA-48D7862D0CF1}"/>
          </ac:picMkLst>
        </pc:picChg>
      </pc:sldChg>
      <pc:sldChg chg="new del">
        <pc:chgData name="Abhijit Shine" userId="e6fef8295213bcf9" providerId="LiveId" clId="{80A8F75D-14D1-406F-9580-D0D61C39844F}" dt="2024-12-04T14:47:22.181" v="2034" actId="47"/>
        <pc:sldMkLst>
          <pc:docMk/>
          <pc:sldMk cId="1439338176" sldId="4461"/>
        </pc:sldMkLst>
      </pc:sldChg>
      <pc:sldChg chg="addSp delSp modSp add mod modTransition">
        <pc:chgData name="Abhijit Shine" userId="e6fef8295213bcf9" providerId="LiveId" clId="{80A8F75D-14D1-406F-9580-D0D61C39844F}" dt="2024-12-05T16:43:35.448" v="3175"/>
        <pc:sldMkLst>
          <pc:docMk/>
          <pc:sldMk cId="3331870743" sldId="4461"/>
        </pc:sldMkLst>
        <pc:spChg chg="mod ord">
          <ac:chgData name="Abhijit Shine" userId="e6fef8295213bcf9" providerId="LiveId" clId="{80A8F75D-14D1-406F-9580-D0D61C39844F}" dt="2024-12-04T15:28:40.420" v="2224" actId="2711"/>
          <ac:spMkLst>
            <pc:docMk/>
            <pc:sldMk cId="3331870743" sldId="4461"/>
            <ac:spMk id="3" creationId="{DF89A36A-26EC-7015-ABB7-1AC9B7080DBC}"/>
          </ac:spMkLst>
        </pc:spChg>
        <pc:spChg chg="mod">
          <ac:chgData name="Abhijit Shine" userId="e6fef8295213bcf9" providerId="LiveId" clId="{80A8F75D-14D1-406F-9580-D0D61C39844F}" dt="2024-12-04T14:58:01.120" v="2047" actId="27803"/>
          <ac:spMkLst>
            <pc:docMk/>
            <pc:sldMk cId="3331870743" sldId="4461"/>
            <ac:spMk id="5" creationId="{71007DDA-9C22-62FA-1AAC-C7C46EFFB1D4}"/>
          </ac:spMkLst>
        </pc:spChg>
        <pc:spChg chg="del mod">
          <ac:chgData name="Abhijit Shine" userId="e6fef8295213bcf9" providerId="LiveId" clId="{80A8F75D-14D1-406F-9580-D0D61C39844F}" dt="2024-12-04T14:59:48.664" v="2072" actId="478"/>
          <ac:spMkLst>
            <pc:docMk/>
            <pc:sldMk cId="3331870743" sldId="4461"/>
            <ac:spMk id="6" creationId="{A73F8F66-9009-0A1B-EBC0-3E33C465D251}"/>
          </ac:spMkLst>
        </pc:spChg>
        <pc:spChg chg="del mod">
          <ac:chgData name="Abhijit Shine" userId="e6fef8295213bcf9" providerId="LiveId" clId="{80A8F75D-14D1-406F-9580-D0D61C39844F}" dt="2024-12-04T15:28:24.404" v="2220" actId="478"/>
          <ac:spMkLst>
            <pc:docMk/>
            <pc:sldMk cId="3331870743" sldId="4461"/>
            <ac:spMk id="6" creationId="{FEE50C7C-B237-35B7-7349-3214247C9342}"/>
          </ac:spMkLst>
        </pc:spChg>
        <pc:spChg chg="add mod">
          <ac:chgData name="Abhijit Shine" userId="e6fef8295213bcf9" providerId="LiveId" clId="{80A8F75D-14D1-406F-9580-D0D61C39844F}" dt="2024-12-05T14:54:08.538" v="2622" actId="26606"/>
          <ac:spMkLst>
            <pc:docMk/>
            <pc:sldMk cId="3331870743" sldId="4461"/>
            <ac:spMk id="7" creationId="{B999D55A-93CB-FDBB-28C3-A4E5D54A8DBA}"/>
          </ac:spMkLst>
        </pc:spChg>
        <pc:spChg chg="mod">
          <ac:chgData name="Abhijit Shine" userId="e6fef8295213bcf9" providerId="LiveId" clId="{80A8F75D-14D1-406F-9580-D0D61C39844F}" dt="2024-12-04T14:58:01.120" v="2047" actId="27803"/>
          <ac:spMkLst>
            <pc:docMk/>
            <pc:sldMk cId="3331870743" sldId="4461"/>
            <ac:spMk id="9" creationId="{931769C4-3F68-96B7-A6C9-BE6E3299CFDA}"/>
          </ac:spMkLst>
        </pc:spChg>
        <pc:spChg chg="mod">
          <ac:chgData name="Abhijit Shine" userId="e6fef8295213bcf9" providerId="LiveId" clId="{80A8F75D-14D1-406F-9580-D0D61C39844F}" dt="2024-12-04T14:58:01.120" v="2047" actId="27803"/>
          <ac:spMkLst>
            <pc:docMk/>
            <pc:sldMk cId="3331870743" sldId="4461"/>
            <ac:spMk id="10" creationId="{02020F98-9ADC-29AE-D17B-E7D171254910}"/>
          </ac:spMkLst>
        </pc:spChg>
        <pc:spChg chg="mod">
          <ac:chgData name="Abhijit Shine" userId="e6fef8295213bcf9" providerId="LiveId" clId="{80A8F75D-14D1-406F-9580-D0D61C39844F}" dt="2024-12-04T14:58:01.120" v="2047" actId="27803"/>
          <ac:spMkLst>
            <pc:docMk/>
            <pc:sldMk cId="3331870743" sldId="4461"/>
            <ac:spMk id="11" creationId="{D2C84A0F-C06F-E7AB-931C-60D285C8D2CA}"/>
          </ac:spMkLst>
        </pc:spChg>
        <pc:spChg chg="mod">
          <ac:chgData name="Abhijit Shine" userId="e6fef8295213bcf9" providerId="LiveId" clId="{80A8F75D-14D1-406F-9580-D0D61C39844F}" dt="2024-12-04T14:58:01.120" v="2047" actId="27803"/>
          <ac:spMkLst>
            <pc:docMk/>
            <pc:sldMk cId="3331870743" sldId="4461"/>
            <ac:spMk id="12" creationId="{78FE2859-8D2A-AF91-CF1F-F2D9CE899790}"/>
          </ac:spMkLst>
        </pc:spChg>
        <pc:spChg chg="mod">
          <ac:chgData name="Abhijit Shine" userId="e6fef8295213bcf9" providerId="LiveId" clId="{80A8F75D-14D1-406F-9580-D0D61C39844F}" dt="2024-12-04T14:58:01.120" v="2047" actId="27803"/>
          <ac:spMkLst>
            <pc:docMk/>
            <pc:sldMk cId="3331870743" sldId="4461"/>
            <ac:spMk id="13" creationId="{CC7D086A-23CF-112F-7F4D-B343C3D999E5}"/>
          </ac:spMkLst>
        </pc:spChg>
        <pc:spChg chg="mod">
          <ac:chgData name="Abhijit Shine" userId="e6fef8295213bcf9" providerId="LiveId" clId="{80A8F75D-14D1-406F-9580-D0D61C39844F}" dt="2024-12-04T14:58:01.120" v="2047" actId="27803"/>
          <ac:spMkLst>
            <pc:docMk/>
            <pc:sldMk cId="3331870743" sldId="4461"/>
            <ac:spMk id="14" creationId="{6DC2F10F-D1B1-3080-785D-9746C665F779}"/>
          </ac:spMkLst>
        </pc:spChg>
        <pc:spChg chg="mod">
          <ac:chgData name="Abhijit Shine" userId="e6fef8295213bcf9" providerId="LiveId" clId="{80A8F75D-14D1-406F-9580-D0D61C39844F}" dt="2024-12-04T14:58:01.120" v="2047" actId="27803"/>
          <ac:spMkLst>
            <pc:docMk/>
            <pc:sldMk cId="3331870743" sldId="4461"/>
            <ac:spMk id="15" creationId="{164C3AD2-A6A3-3F1E-6148-8A9B491CB617}"/>
          </ac:spMkLst>
        </pc:spChg>
        <pc:spChg chg="mod">
          <ac:chgData name="Abhijit Shine" userId="e6fef8295213bcf9" providerId="LiveId" clId="{80A8F75D-14D1-406F-9580-D0D61C39844F}" dt="2024-12-04T14:58:01.120" v="2047" actId="27803"/>
          <ac:spMkLst>
            <pc:docMk/>
            <pc:sldMk cId="3331870743" sldId="4461"/>
            <ac:spMk id="16" creationId="{6649872D-D9DF-D1AA-5FA3-FF739CE46768}"/>
          </ac:spMkLst>
        </pc:spChg>
        <pc:spChg chg="mod">
          <ac:chgData name="Abhijit Shine" userId="e6fef8295213bcf9" providerId="LiveId" clId="{80A8F75D-14D1-406F-9580-D0D61C39844F}" dt="2024-12-04T14:58:01.120" v="2047" actId="27803"/>
          <ac:spMkLst>
            <pc:docMk/>
            <pc:sldMk cId="3331870743" sldId="4461"/>
            <ac:spMk id="17" creationId="{53FA45E0-78A4-B131-A339-BE0E08738B00}"/>
          </ac:spMkLst>
        </pc:spChg>
        <pc:spChg chg="mod">
          <ac:chgData name="Abhijit Shine" userId="e6fef8295213bcf9" providerId="LiveId" clId="{80A8F75D-14D1-406F-9580-D0D61C39844F}" dt="2024-12-04T14:58:01.120" v="2047" actId="27803"/>
          <ac:spMkLst>
            <pc:docMk/>
            <pc:sldMk cId="3331870743" sldId="4461"/>
            <ac:spMk id="19" creationId="{0AA60E43-F62A-EA65-AD93-59EC6BBEBBB1}"/>
          </ac:spMkLst>
        </pc:spChg>
        <pc:spChg chg="mod">
          <ac:chgData name="Abhijit Shine" userId="e6fef8295213bcf9" providerId="LiveId" clId="{80A8F75D-14D1-406F-9580-D0D61C39844F}" dt="2024-12-04T14:58:01.120" v="2047" actId="27803"/>
          <ac:spMkLst>
            <pc:docMk/>
            <pc:sldMk cId="3331870743" sldId="4461"/>
            <ac:spMk id="20" creationId="{268D41D0-EC74-332E-E093-5602918D7685}"/>
          </ac:spMkLst>
        </pc:spChg>
        <pc:spChg chg="mod">
          <ac:chgData name="Abhijit Shine" userId="e6fef8295213bcf9" providerId="LiveId" clId="{80A8F75D-14D1-406F-9580-D0D61C39844F}" dt="2024-12-04T14:58:01.120" v="2047" actId="27803"/>
          <ac:spMkLst>
            <pc:docMk/>
            <pc:sldMk cId="3331870743" sldId="4461"/>
            <ac:spMk id="21" creationId="{7400C3D2-0FC9-D1CC-EB9B-352C8526D5E7}"/>
          </ac:spMkLst>
        </pc:spChg>
        <pc:spChg chg="mod">
          <ac:chgData name="Abhijit Shine" userId="e6fef8295213bcf9" providerId="LiveId" clId="{80A8F75D-14D1-406F-9580-D0D61C39844F}" dt="2024-12-04T14:58:01.120" v="2047" actId="27803"/>
          <ac:spMkLst>
            <pc:docMk/>
            <pc:sldMk cId="3331870743" sldId="4461"/>
            <ac:spMk id="23" creationId="{E2F40957-7157-2377-1DC1-424CB144B8C7}"/>
          </ac:spMkLst>
        </pc:spChg>
        <pc:spChg chg="mod">
          <ac:chgData name="Abhijit Shine" userId="e6fef8295213bcf9" providerId="LiveId" clId="{80A8F75D-14D1-406F-9580-D0D61C39844F}" dt="2024-12-04T14:58:01.120" v="2047" actId="27803"/>
          <ac:spMkLst>
            <pc:docMk/>
            <pc:sldMk cId="3331870743" sldId="4461"/>
            <ac:spMk id="24" creationId="{570135BC-AC6D-6A2C-A87B-962397ACD535}"/>
          </ac:spMkLst>
        </pc:spChg>
        <pc:spChg chg="mod">
          <ac:chgData name="Abhijit Shine" userId="e6fef8295213bcf9" providerId="LiveId" clId="{80A8F75D-14D1-406F-9580-D0D61C39844F}" dt="2024-12-04T14:58:01.120" v="2047" actId="27803"/>
          <ac:spMkLst>
            <pc:docMk/>
            <pc:sldMk cId="3331870743" sldId="4461"/>
            <ac:spMk id="25" creationId="{2926CA3A-26AC-8EA4-8416-9512B76B0F63}"/>
          </ac:spMkLst>
        </pc:spChg>
        <pc:spChg chg="mod">
          <ac:chgData name="Abhijit Shine" userId="e6fef8295213bcf9" providerId="LiveId" clId="{80A8F75D-14D1-406F-9580-D0D61C39844F}" dt="2024-12-04T14:58:01.120" v="2047" actId="27803"/>
          <ac:spMkLst>
            <pc:docMk/>
            <pc:sldMk cId="3331870743" sldId="4461"/>
            <ac:spMk id="26" creationId="{F8827A20-582C-FCEE-6CD2-88269700D579}"/>
          </ac:spMkLst>
        </pc:spChg>
        <pc:spChg chg="mod">
          <ac:chgData name="Abhijit Shine" userId="e6fef8295213bcf9" providerId="LiveId" clId="{80A8F75D-14D1-406F-9580-D0D61C39844F}" dt="2024-12-04T14:58:01.120" v="2047" actId="27803"/>
          <ac:spMkLst>
            <pc:docMk/>
            <pc:sldMk cId="3331870743" sldId="4461"/>
            <ac:spMk id="28" creationId="{161D2C1F-B8F3-89E1-15D4-B32605964645}"/>
          </ac:spMkLst>
        </pc:spChg>
        <pc:spChg chg="mod">
          <ac:chgData name="Abhijit Shine" userId="e6fef8295213bcf9" providerId="LiveId" clId="{80A8F75D-14D1-406F-9580-D0D61C39844F}" dt="2024-12-04T14:58:01.120" v="2047" actId="27803"/>
          <ac:spMkLst>
            <pc:docMk/>
            <pc:sldMk cId="3331870743" sldId="4461"/>
            <ac:spMk id="29" creationId="{E2E5763E-7C34-866E-70F6-50B774C7A4B2}"/>
          </ac:spMkLst>
        </pc:spChg>
        <pc:spChg chg="mod">
          <ac:chgData name="Abhijit Shine" userId="e6fef8295213bcf9" providerId="LiveId" clId="{80A8F75D-14D1-406F-9580-D0D61C39844F}" dt="2024-12-04T14:58:01.120" v="2047" actId="27803"/>
          <ac:spMkLst>
            <pc:docMk/>
            <pc:sldMk cId="3331870743" sldId="4461"/>
            <ac:spMk id="30" creationId="{7406BD66-71DF-5D42-20C8-BD04F71B617E}"/>
          </ac:spMkLst>
        </pc:spChg>
        <pc:spChg chg="mod">
          <ac:chgData name="Abhijit Shine" userId="e6fef8295213bcf9" providerId="LiveId" clId="{80A8F75D-14D1-406F-9580-D0D61C39844F}" dt="2024-12-04T14:58:01.120" v="2047" actId="27803"/>
          <ac:spMkLst>
            <pc:docMk/>
            <pc:sldMk cId="3331870743" sldId="4461"/>
            <ac:spMk id="31" creationId="{B64F9F6D-C1BF-AA7D-E5E6-E75B909B4B9F}"/>
          </ac:spMkLst>
        </pc:spChg>
        <pc:spChg chg="mod">
          <ac:chgData name="Abhijit Shine" userId="e6fef8295213bcf9" providerId="LiveId" clId="{80A8F75D-14D1-406F-9580-D0D61C39844F}" dt="2024-12-04T14:58:01.120" v="2047" actId="27803"/>
          <ac:spMkLst>
            <pc:docMk/>
            <pc:sldMk cId="3331870743" sldId="4461"/>
            <ac:spMk id="32" creationId="{62BF35D0-95A9-9B50-15C0-AD976EB1D709}"/>
          </ac:spMkLst>
        </pc:spChg>
        <pc:spChg chg="mod">
          <ac:chgData name="Abhijit Shine" userId="e6fef8295213bcf9" providerId="LiveId" clId="{80A8F75D-14D1-406F-9580-D0D61C39844F}" dt="2024-12-04T14:58:01.120" v="2047" actId="27803"/>
          <ac:spMkLst>
            <pc:docMk/>
            <pc:sldMk cId="3331870743" sldId="4461"/>
            <ac:spMk id="33" creationId="{BA1AA4AB-5B36-4896-FC74-F0D980490F25}"/>
          </ac:spMkLst>
        </pc:spChg>
        <pc:spChg chg="mod">
          <ac:chgData name="Abhijit Shine" userId="e6fef8295213bcf9" providerId="LiveId" clId="{80A8F75D-14D1-406F-9580-D0D61C39844F}" dt="2024-12-04T14:58:01.120" v="2047" actId="27803"/>
          <ac:spMkLst>
            <pc:docMk/>
            <pc:sldMk cId="3331870743" sldId="4461"/>
            <ac:spMk id="34" creationId="{2BD75FC2-F34E-4681-4663-426DD2040E1D}"/>
          </ac:spMkLst>
        </pc:spChg>
        <pc:spChg chg="mod">
          <ac:chgData name="Abhijit Shine" userId="e6fef8295213bcf9" providerId="LiveId" clId="{80A8F75D-14D1-406F-9580-D0D61C39844F}" dt="2024-12-04T14:58:01.120" v="2047" actId="27803"/>
          <ac:spMkLst>
            <pc:docMk/>
            <pc:sldMk cId="3331870743" sldId="4461"/>
            <ac:spMk id="35" creationId="{F41A3F39-E255-4922-DF79-29F29679FB9A}"/>
          </ac:spMkLst>
        </pc:spChg>
        <pc:spChg chg="add mod">
          <ac:chgData name="Abhijit Shine" userId="e6fef8295213bcf9" providerId="LiveId" clId="{80A8F75D-14D1-406F-9580-D0D61C39844F}" dt="2024-12-04T14:59:41.923" v="2071" actId="1076"/>
          <ac:spMkLst>
            <pc:docMk/>
            <pc:sldMk cId="3331870743" sldId="4461"/>
            <ac:spMk id="36" creationId="{ADD5D25B-B99F-325D-EC42-BA58ED0C4432}"/>
          </ac:spMkLst>
        </pc:spChg>
        <pc:spChg chg="del">
          <ac:chgData name="Abhijit Shine" userId="e6fef8295213bcf9" providerId="LiveId" clId="{80A8F75D-14D1-406F-9580-D0D61C39844F}" dt="2024-12-04T14:51:34.865" v="2039" actId="26606"/>
          <ac:spMkLst>
            <pc:docMk/>
            <pc:sldMk cId="3331870743" sldId="4461"/>
            <ac:spMk id="70" creationId="{72888DAD-3F77-D6B6-241F-81CC433A21DE}"/>
          </ac:spMkLst>
        </pc:spChg>
        <pc:spChg chg="del">
          <ac:chgData name="Abhijit Shine" userId="e6fef8295213bcf9" providerId="LiveId" clId="{80A8F75D-14D1-406F-9580-D0D61C39844F}" dt="2024-12-04T14:51:34.865" v="2039" actId="26606"/>
          <ac:spMkLst>
            <pc:docMk/>
            <pc:sldMk cId="3331870743" sldId="4461"/>
            <ac:spMk id="72" creationId="{2917D92D-5D6F-79F0-C016-E6FF563B330F}"/>
          </ac:spMkLst>
        </pc:spChg>
        <pc:spChg chg="add">
          <ac:chgData name="Abhijit Shine" userId="e6fef8295213bcf9" providerId="LiveId" clId="{80A8F75D-14D1-406F-9580-D0D61C39844F}" dt="2024-12-04T14:51:34.865" v="2039" actId="26606"/>
          <ac:spMkLst>
            <pc:docMk/>
            <pc:sldMk cId="3331870743" sldId="4461"/>
            <ac:spMk id="77" creationId="{04812C46-200A-4DEB-A05E-3ED6C68C2387}"/>
          </ac:spMkLst>
        </pc:spChg>
        <pc:spChg chg="add">
          <ac:chgData name="Abhijit Shine" userId="e6fef8295213bcf9" providerId="LiveId" clId="{80A8F75D-14D1-406F-9580-D0D61C39844F}" dt="2024-12-04T14:51:34.865" v="2039" actId="26606"/>
          <ac:spMkLst>
            <pc:docMk/>
            <pc:sldMk cId="3331870743" sldId="4461"/>
            <ac:spMk id="79" creationId="{D1EA859B-E555-4109-94F3-6700E046E008}"/>
          </ac:spMkLst>
        </pc:spChg>
        <pc:spChg chg="del">
          <ac:chgData name="Abhijit Shine" userId="e6fef8295213bcf9" providerId="LiveId" clId="{80A8F75D-14D1-406F-9580-D0D61C39844F}" dt="2024-12-04T15:27:47.036" v="2202" actId="26606"/>
          <ac:spMkLst>
            <pc:docMk/>
            <pc:sldMk cId="3331870743" sldId="4461"/>
            <ac:spMk id="91" creationId="{80DF40B2-80F7-4E71-B46C-284163F3654A}"/>
          </ac:spMkLst>
        </pc:spChg>
        <pc:spChg chg="add del">
          <ac:chgData name="Abhijit Shine" userId="e6fef8295213bcf9" providerId="LiveId" clId="{80A8F75D-14D1-406F-9580-D0D61C39844F}" dt="2024-12-05T14:54:08.538" v="2622" actId="26606"/>
          <ac:spMkLst>
            <pc:docMk/>
            <pc:sldMk cId="3331870743" sldId="4461"/>
            <ac:spMk id="96" creationId="{80DF40B2-80F7-4E71-B46C-284163F3654A}"/>
          </ac:spMkLst>
        </pc:spChg>
        <pc:spChg chg="add">
          <ac:chgData name="Abhijit Shine" userId="e6fef8295213bcf9" providerId="LiveId" clId="{80A8F75D-14D1-406F-9580-D0D61C39844F}" dt="2024-12-05T14:54:08.538" v="2622" actId="26606"/>
          <ac:spMkLst>
            <pc:docMk/>
            <pc:sldMk cId="3331870743" sldId="4461"/>
            <ac:spMk id="101" creationId="{9B7AD9F6-8CE7-4299-8FC6-328F4DCD3FF9}"/>
          </ac:spMkLst>
        </pc:spChg>
        <pc:spChg chg="add">
          <ac:chgData name="Abhijit Shine" userId="e6fef8295213bcf9" providerId="LiveId" clId="{80A8F75D-14D1-406F-9580-D0D61C39844F}" dt="2024-12-05T14:54:08.538" v="2622" actId="26606"/>
          <ac:spMkLst>
            <pc:docMk/>
            <pc:sldMk cId="3331870743" sldId="4461"/>
            <ac:spMk id="103" creationId="{F49775AF-8896-43EE-92C6-83497D6DC56F}"/>
          </ac:spMkLst>
        </pc:spChg>
        <pc:grpChg chg="mod">
          <ac:chgData name="Abhijit Shine" userId="e6fef8295213bcf9" providerId="LiveId" clId="{80A8F75D-14D1-406F-9580-D0D61C39844F}" dt="2024-12-04T14:58:01.120" v="2047" actId="27803"/>
          <ac:grpSpMkLst>
            <pc:docMk/>
            <pc:sldMk cId="3331870743" sldId="4461"/>
            <ac:grpSpMk id="2" creationId="{1E3BDADB-5E92-C48A-92FD-774F4CBE47CC}"/>
          </ac:grpSpMkLst>
        </pc:grpChg>
        <pc:grpChg chg="mod">
          <ac:chgData name="Abhijit Shine" userId="e6fef8295213bcf9" providerId="LiveId" clId="{80A8F75D-14D1-406F-9580-D0D61C39844F}" dt="2024-12-04T14:58:01.120" v="2047" actId="27803"/>
          <ac:grpSpMkLst>
            <pc:docMk/>
            <pc:sldMk cId="3331870743" sldId="4461"/>
            <ac:grpSpMk id="7" creationId="{0E6C5D07-9300-739B-097D-4B982CBBDF2F}"/>
          </ac:grpSpMkLst>
        </pc:grpChg>
        <pc:grpChg chg="mod">
          <ac:chgData name="Abhijit Shine" userId="e6fef8295213bcf9" providerId="LiveId" clId="{80A8F75D-14D1-406F-9580-D0D61C39844F}" dt="2024-12-04T14:58:01.120" v="2047" actId="27803"/>
          <ac:grpSpMkLst>
            <pc:docMk/>
            <pc:sldMk cId="3331870743" sldId="4461"/>
            <ac:grpSpMk id="8" creationId="{F37072E2-6B96-D4C4-8D83-1103222C1840}"/>
          </ac:grpSpMkLst>
        </pc:grpChg>
        <pc:grpChg chg="mod">
          <ac:chgData name="Abhijit Shine" userId="e6fef8295213bcf9" providerId="LiveId" clId="{80A8F75D-14D1-406F-9580-D0D61C39844F}" dt="2024-12-04T14:58:01.120" v="2047" actId="27803"/>
          <ac:grpSpMkLst>
            <pc:docMk/>
            <pc:sldMk cId="3331870743" sldId="4461"/>
            <ac:grpSpMk id="18" creationId="{695286BE-BFAB-0642-AB02-697B9F304CF4}"/>
          </ac:grpSpMkLst>
        </pc:grpChg>
        <pc:grpChg chg="mod">
          <ac:chgData name="Abhijit Shine" userId="e6fef8295213bcf9" providerId="LiveId" clId="{80A8F75D-14D1-406F-9580-D0D61C39844F}" dt="2024-12-04T14:58:01.120" v="2047" actId="27803"/>
          <ac:grpSpMkLst>
            <pc:docMk/>
            <pc:sldMk cId="3331870743" sldId="4461"/>
            <ac:grpSpMk id="22" creationId="{E0C7A59C-6014-FFBD-50C5-3B896654C036}"/>
          </ac:grpSpMkLst>
        </pc:grpChg>
        <pc:grpChg chg="mod">
          <ac:chgData name="Abhijit Shine" userId="e6fef8295213bcf9" providerId="LiveId" clId="{80A8F75D-14D1-406F-9580-D0D61C39844F}" dt="2024-12-04T14:58:01.120" v="2047" actId="27803"/>
          <ac:grpSpMkLst>
            <pc:docMk/>
            <pc:sldMk cId="3331870743" sldId="4461"/>
            <ac:grpSpMk id="27" creationId="{6AACE09D-3511-2580-388E-73CD4B783C13}"/>
          </ac:grpSpMkLst>
        </pc:grpChg>
        <pc:picChg chg="del mod modCrop">
          <ac:chgData name="Abhijit Shine" userId="e6fef8295213bcf9" providerId="LiveId" clId="{80A8F75D-14D1-406F-9580-D0D61C39844F}" dt="2024-12-04T15:27:40.794" v="2201" actId="478"/>
          <ac:picMkLst>
            <pc:docMk/>
            <pc:sldMk cId="3331870743" sldId="4461"/>
            <ac:picMk id="2" creationId="{D4231D81-8801-4EEB-0E8D-CBAC6B49C21F}"/>
          </ac:picMkLst>
        </pc:picChg>
        <pc:picChg chg="add del mod modCrop">
          <ac:chgData name="Abhijit Shine" userId="e6fef8295213bcf9" providerId="LiveId" clId="{80A8F75D-14D1-406F-9580-D0D61C39844F}" dt="2024-12-04T15:07:10.307" v="2099" actId="34135"/>
          <ac:picMkLst>
            <pc:docMk/>
            <pc:sldMk cId="3331870743" sldId="4461"/>
            <ac:picMk id="4" creationId="{A4E71F6C-15A4-ECD3-415C-25FB15577029}"/>
          </ac:picMkLst>
        </pc:picChg>
        <pc:picChg chg="add mod ord modCrop">
          <ac:chgData name="Abhijit Shine" userId="e6fef8295213bcf9" providerId="LiveId" clId="{80A8F75D-14D1-406F-9580-D0D61C39844F}" dt="2024-12-05T14:54:21.009" v="2623" actId="732"/>
          <ac:picMkLst>
            <pc:docMk/>
            <pc:sldMk cId="3331870743" sldId="4461"/>
            <ac:picMk id="5" creationId="{7F27C8C4-C1E7-FE1F-0B41-2894B3F77175}"/>
          </ac:picMkLst>
        </pc:picChg>
      </pc:sldChg>
      <pc:sldChg chg="addSp delSp modSp add del mod">
        <pc:chgData name="Abhijit Shine" userId="e6fef8295213bcf9" providerId="LiveId" clId="{80A8F75D-14D1-406F-9580-D0D61C39844F}" dt="2024-12-05T15:08:38.401" v="2746" actId="47"/>
        <pc:sldMkLst>
          <pc:docMk/>
          <pc:sldMk cId="1063069220" sldId="4462"/>
        </pc:sldMkLst>
        <pc:spChg chg="add del mod">
          <ac:chgData name="Abhijit Shine" userId="e6fef8295213bcf9" providerId="LiveId" clId="{80A8F75D-14D1-406F-9580-D0D61C39844F}" dt="2024-12-04T15:06:49.162" v="2096" actId="478"/>
          <ac:spMkLst>
            <pc:docMk/>
            <pc:sldMk cId="1063069220" sldId="4462"/>
            <ac:spMk id="2" creationId="{13649D74-892D-CAAF-0663-6F29082D334C}"/>
          </ac:spMkLst>
        </pc:spChg>
        <pc:spChg chg="add del mod">
          <ac:chgData name="Abhijit Shine" userId="e6fef8295213bcf9" providerId="LiveId" clId="{80A8F75D-14D1-406F-9580-D0D61C39844F}" dt="2024-12-05T14:58:20.594" v="2637" actId="26606"/>
          <ac:spMkLst>
            <pc:docMk/>
            <pc:sldMk cId="1063069220" sldId="4462"/>
            <ac:spMk id="2" creationId="{2B1B4833-84DD-4F68-B797-084E9463BB5D}"/>
          </ac:spMkLst>
        </pc:spChg>
        <pc:spChg chg="mod ord">
          <ac:chgData name="Abhijit Shine" userId="e6fef8295213bcf9" providerId="LiveId" clId="{80A8F75D-14D1-406F-9580-D0D61C39844F}" dt="2024-12-04T15:09:23.023" v="2146" actId="2710"/>
          <ac:spMkLst>
            <pc:docMk/>
            <pc:sldMk cId="1063069220" sldId="4462"/>
            <ac:spMk id="3" creationId="{0B4A499D-EB69-B13B-8616-6D98DFF356F4}"/>
          </ac:spMkLst>
        </pc:spChg>
        <pc:spChg chg="add mod">
          <ac:chgData name="Abhijit Shine" userId="e6fef8295213bcf9" providerId="LiveId" clId="{80A8F75D-14D1-406F-9580-D0D61C39844F}" dt="2024-12-05T14:58:20.594" v="2637" actId="26606"/>
          <ac:spMkLst>
            <pc:docMk/>
            <pc:sldMk cId="1063069220" sldId="4462"/>
            <ac:spMk id="5" creationId="{6744C19C-EE9D-9A0E-AF51-03B9C5D0D7F4}"/>
          </ac:spMkLst>
        </pc:spChg>
        <pc:spChg chg="del mod">
          <ac:chgData name="Abhijit Shine" userId="e6fef8295213bcf9" providerId="LiveId" clId="{80A8F75D-14D1-406F-9580-D0D61C39844F}" dt="2024-12-04T15:08:20.821" v="2134" actId="478"/>
          <ac:spMkLst>
            <pc:docMk/>
            <pc:sldMk cId="1063069220" sldId="4462"/>
            <ac:spMk id="36" creationId="{D6A2C26C-5AB4-464D-B9ED-B5976927B8F3}"/>
          </ac:spMkLst>
        </pc:spChg>
        <pc:spChg chg="del">
          <ac:chgData name="Abhijit Shine" userId="e6fef8295213bcf9" providerId="LiveId" clId="{80A8F75D-14D1-406F-9580-D0D61C39844F}" dt="2024-12-04T15:06:30.610" v="2094" actId="26606"/>
          <ac:spMkLst>
            <pc:docMk/>
            <pc:sldMk cId="1063069220" sldId="4462"/>
            <ac:spMk id="77" creationId="{319116A6-EF22-902D-54D6-AF9971B2E9B5}"/>
          </ac:spMkLst>
        </pc:spChg>
        <pc:spChg chg="del">
          <ac:chgData name="Abhijit Shine" userId="e6fef8295213bcf9" providerId="LiveId" clId="{80A8F75D-14D1-406F-9580-D0D61C39844F}" dt="2024-12-04T15:06:30.610" v="2094" actId="26606"/>
          <ac:spMkLst>
            <pc:docMk/>
            <pc:sldMk cId="1063069220" sldId="4462"/>
            <ac:spMk id="79" creationId="{8646BDD8-C183-3818-C4DD-E10111A2F08B}"/>
          </ac:spMkLst>
        </pc:spChg>
        <pc:spChg chg="add del">
          <ac:chgData name="Abhijit Shine" userId="e6fef8295213bcf9" providerId="LiveId" clId="{80A8F75D-14D1-406F-9580-D0D61C39844F}" dt="2024-12-05T14:58:20.594" v="2637" actId="26606"/>
          <ac:spMkLst>
            <pc:docMk/>
            <pc:sldMk cId="1063069220" sldId="4462"/>
            <ac:spMk id="84" creationId="{04812C46-200A-4DEB-A05E-3ED6C68C2387}"/>
          </ac:spMkLst>
        </pc:spChg>
        <pc:spChg chg="add del">
          <ac:chgData name="Abhijit Shine" userId="e6fef8295213bcf9" providerId="LiveId" clId="{80A8F75D-14D1-406F-9580-D0D61C39844F}" dt="2024-12-05T14:58:20.594" v="2637" actId="26606"/>
          <ac:spMkLst>
            <pc:docMk/>
            <pc:sldMk cId="1063069220" sldId="4462"/>
            <ac:spMk id="86" creationId="{D1EA859B-E555-4109-94F3-6700E046E008}"/>
          </ac:spMkLst>
        </pc:spChg>
        <pc:spChg chg="add del">
          <ac:chgData name="Abhijit Shine" userId="e6fef8295213bcf9" providerId="LiveId" clId="{80A8F75D-14D1-406F-9580-D0D61C39844F}" dt="2024-12-05T14:57:07.960" v="2626" actId="26606"/>
          <ac:spMkLst>
            <pc:docMk/>
            <pc:sldMk cId="1063069220" sldId="4462"/>
            <ac:spMk id="91" creationId="{8FC9BE17-9A7B-462D-AE50-3D8777387304}"/>
          </ac:spMkLst>
        </pc:spChg>
        <pc:spChg chg="add del">
          <ac:chgData name="Abhijit Shine" userId="e6fef8295213bcf9" providerId="LiveId" clId="{80A8F75D-14D1-406F-9580-D0D61C39844F}" dt="2024-12-05T14:57:07.960" v="2626" actId="26606"/>
          <ac:spMkLst>
            <pc:docMk/>
            <pc:sldMk cId="1063069220" sldId="4462"/>
            <ac:spMk id="93" creationId="{3EBE8569-6AEC-4B8C-8D53-2DE337CDBA65}"/>
          </ac:spMkLst>
        </pc:spChg>
        <pc:spChg chg="add del">
          <ac:chgData name="Abhijit Shine" userId="e6fef8295213bcf9" providerId="LiveId" clId="{80A8F75D-14D1-406F-9580-D0D61C39844F}" dt="2024-12-05T14:57:07.960" v="2626" actId="26606"/>
          <ac:spMkLst>
            <pc:docMk/>
            <pc:sldMk cId="1063069220" sldId="4462"/>
            <ac:spMk id="95" creationId="{55D4142C-5077-457F-A6AD-3FECFDB39685}"/>
          </ac:spMkLst>
        </pc:spChg>
        <pc:spChg chg="add del">
          <ac:chgData name="Abhijit Shine" userId="e6fef8295213bcf9" providerId="LiveId" clId="{80A8F75D-14D1-406F-9580-D0D61C39844F}" dt="2024-12-05T14:57:07.960" v="2626" actId="26606"/>
          <ac:spMkLst>
            <pc:docMk/>
            <pc:sldMk cId="1063069220" sldId="4462"/>
            <ac:spMk id="97" creationId="{7A5F0580-5EE9-419F-96EE-B6529EF6E7D0}"/>
          </ac:spMkLst>
        </pc:spChg>
        <pc:spChg chg="add del">
          <ac:chgData name="Abhijit Shine" userId="e6fef8295213bcf9" providerId="LiveId" clId="{80A8F75D-14D1-406F-9580-D0D61C39844F}" dt="2024-12-05T14:57:12.792" v="2628" actId="26606"/>
          <ac:spMkLst>
            <pc:docMk/>
            <pc:sldMk cId="1063069220" sldId="4462"/>
            <ac:spMk id="99" creationId="{04812C46-200A-4DEB-A05E-3ED6C68C2387}"/>
          </ac:spMkLst>
        </pc:spChg>
        <pc:spChg chg="add del">
          <ac:chgData name="Abhijit Shine" userId="e6fef8295213bcf9" providerId="LiveId" clId="{80A8F75D-14D1-406F-9580-D0D61C39844F}" dt="2024-12-05T14:57:12.792" v="2628" actId="26606"/>
          <ac:spMkLst>
            <pc:docMk/>
            <pc:sldMk cId="1063069220" sldId="4462"/>
            <ac:spMk id="100" creationId="{D1EA859B-E555-4109-94F3-6700E046E008}"/>
          </ac:spMkLst>
        </pc:spChg>
        <pc:spChg chg="add del">
          <ac:chgData name="Abhijit Shine" userId="e6fef8295213bcf9" providerId="LiveId" clId="{80A8F75D-14D1-406F-9580-D0D61C39844F}" dt="2024-12-05T14:57:16.815" v="2630" actId="26606"/>
          <ac:spMkLst>
            <pc:docMk/>
            <pc:sldMk cId="1063069220" sldId="4462"/>
            <ac:spMk id="102" creationId="{04812C46-200A-4DEB-A05E-3ED6C68C2387}"/>
          </ac:spMkLst>
        </pc:spChg>
        <pc:spChg chg="add del">
          <ac:chgData name="Abhijit Shine" userId="e6fef8295213bcf9" providerId="LiveId" clId="{80A8F75D-14D1-406F-9580-D0D61C39844F}" dt="2024-12-05T14:57:16.815" v="2630" actId="26606"/>
          <ac:spMkLst>
            <pc:docMk/>
            <pc:sldMk cId="1063069220" sldId="4462"/>
            <ac:spMk id="103" creationId="{D1EA859B-E555-4109-94F3-6700E046E008}"/>
          </ac:spMkLst>
        </pc:spChg>
        <pc:spChg chg="add del">
          <ac:chgData name="Abhijit Shine" userId="e6fef8295213bcf9" providerId="LiveId" clId="{80A8F75D-14D1-406F-9580-D0D61C39844F}" dt="2024-12-05T14:57:17.714" v="2632" actId="26606"/>
          <ac:spMkLst>
            <pc:docMk/>
            <pc:sldMk cId="1063069220" sldId="4462"/>
            <ac:spMk id="106" creationId="{04812C46-200A-4DEB-A05E-3ED6C68C2387}"/>
          </ac:spMkLst>
        </pc:spChg>
        <pc:spChg chg="add del">
          <ac:chgData name="Abhijit Shine" userId="e6fef8295213bcf9" providerId="LiveId" clId="{80A8F75D-14D1-406F-9580-D0D61C39844F}" dt="2024-12-05T14:57:17.714" v="2632" actId="26606"/>
          <ac:spMkLst>
            <pc:docMk/>
            <pc:sldMk cId="1063069220" sldId="4462"/>
            <ac:spMk id="107" creationId="{D1EA859B-E555-4109-94F3-6700E046E008}"/>
          </ac:spMkLst>
        </pc:spChg>
        <pc:spChg chg="add del">
          <ac:chgData name="Abhijit Shine" userId="e6fef8295213bcf9" providerId="LiveId" clId="{80A8F75D-14D1-406F-9580-D0D61C39844F}" dt="2024-12-05T14:57:35.925" v="2634" actId="26606"/>
          <ac:spMkLst>
            <pc:docMk/>
            <pc:sldMk cId="1063069220" sldId="4462"/>
            <ac:spMk id="110" creationId="{A419ADC7-DE7C-464E-9F88-6CAB6F61BC3F}"/>
          </ac:spMkLst>
        </pc:spChg>
        <pc:spChg chg="add del">
          <ac:chgData name="Abhijit Shine" userId="e6fef8295213bcf9" providerId="LiveId" clId="{80A8F75D-14D1-406F-9580-D0D61C39844F}" dt="2024-12-05T14:57:35.925" v="2634" actId="26606"/>
          <ac:spMkLst>
            <pc:docMk/>
            <pc:sldMk cId="1063069220" sldId="4462"/>
            <ac:spMk id="111" creationId="{2B1B4833-84DD-4F68-B797-084E9463BB5D}"/>
          </ac:spMkLst>
        </pc:spChg>
        <pc:spChg chg="add del">
          <ac:chgData name="Abhijit Shine" userId="e6fef8295213bcf9" providerId="LiveId" clId="{80A8F75D-14D1-406F-9580-D0D61C39844F}" dt="2024-12-05T14:58:20.578" v="2636" actId="26606"/>
          <ac:spMkLst>
            <pc:docMk/>
            <pc:sldMk cId="1063069220" sldId="4462"/>
            <ac:spMk id="113" creationId="{04812C46-200A-4DEB-A05E-3ED6C68C2387}"/>
          </ac:spMkLst>
        </pc:spChg>
        <pc:spChg chg="add del">
          <ac:chgData name="Abhijit Shine" userId="e6fef8295213bcf9" providerId="LiveId" clId="{80A8F75D-14D1-406F-9580-D0D61C39844F}" dt="2024-12-05T14:58:20.578" v="2636" actId="26606"/>
          <ac:spMkLst>
            <pc:docMk/>
            <pc:sldMk cId="1063069220" sldId="4462"/>
            <ac:spMk id="114" creationId="{D1EA859B-E555-4109-94F3-6700E046E008}"/>
          </ac:spMkLst>
        </pc:spChg>
        <pc:spChg chg="add">
          <ac:chgData name="Abhijit Shine" userId="e6fef8295213bcf9" providerId="LiveId" clId="{80A8F75D-14D1-406F-9580-D0D61C39844F}" dt="2024-12-05T14:58:20.594" v="2637" actId="26606"/>
          <ac:spMkLst>
            <pc:docMk/>
            <pc:sldMk cId="1063069220" sldId="4462"/>
            <ac:spMk id="117" creationId="{A419ADC7-DE7C-464E-9F88-6CAB6F61BC3F}"/>
          </ac:spMkLst>
        </pc:spChg>
        <pc:spChg chg="add">
          <ac:chgData name="Abhijit Shine" userId="e6fef8295213bcf9" providerId="LiveId" clId="{80A8F75D-14D1-406F-9580-D0D61C39844F}" dt="2024-12-05T14:58:20.594" v="2637" actId="26606"/>
          <ac:spMkLst>
            <pc:docMk/>
            <pc:sldMk cId="1063069220" sldId="4462"/>
            <ac:spMk id="118" creationId="{2B1B4833-84DD-4F68-B797-084E9463BB5D}"/>
          </ac:spMkLst>
        </pc:spChg>
        <pc:graphicFrameChg chg="add del">
          <ac:chgData name="Abhijit Shine" userId="e6fef8295213bcf9" providerId="LiveId" clId="{80A8F75D-14D1-406F-9580-D0D61C39844F}" dt="2024-12-05T14:57:12.792" v="2628" actId="26606"/>
          <ac:graphicFrameMkLst>
            <pc:docMk/>
            <pc:sldMk cId="1063069220" sldId="4462"/>
            <ac:graphicFrameMk id="88" creationId="{1B803D07-857E-2406-BAB8-A3091913A4A4}"/>
          </ac:graphicFrameMkLst>
        </pc:graphicFrameChg>
        <pc:graphicFrameChg chg="add del">
          <ac:chgData name="Abhijit Shine" userId="e6fef8295213bcf9" providerId="LiveId" clId="{80A8F75D-14D1-406F-9580-D0D61C39844F}" dt="2024-12-05T14:57:16.815" v="2630" actId="26606"/>
          <ac:graphicFrameMkLst>
            <pc:docMk/>
            <pc:sldMk cId="1063069220" sldId="4462"/>
            <ac:graphicFrameMk id="104" creationId="{EFF8EFEC-3B38-78EC-F8DB-863464894BB4}"/>
          </ac:graphicFrameMkLst>
        </pc:graphicFrameChg>
        <pc:graphicFrameChg chg="add del">
          <ac:chgData name="Abhijit Shine" userId="e6fef8295213bcf9" providerId="LiveId" clId="{80A8F75D-14D1-406F-9580-D0D61C39844F}" dt="2024-12-05T14:57:17.714" v="2632" actId="26606"/>
          <ac:graphicFrameMkLst>
            <pc:docMk/>
            <pc:sldMk cId="1063069220" sldId="4462"/>
            <ac:graphicFrameMk id="108" creationId="{1B803D07-857E-2406-BAB8-A3091913A4A4}"/>
          </ac:graphicFrameMkLst>
        </pc:graphicFrameChg>
        <pc:graphicFrameChg chg="add del">
          <ac:chgData name="Abhijit Shine" userId="e6fef8295213bcf9" providerId="LiveId" clId="{80A8F75D-14D1-406F-9580-D0D61C39844F}" dt="2024-12-05T14:58:20.578" v="2636" actId="26606"/>
          <ac:graphicFrameMkLst>
            <pc:docMk/>
            <pc:sldMk cId="1063069220" sldId="4462"/>
            <ac:graphicFrameMk id="115" creationId="{B3105580-8A50-DE42-11D7-5039DC652DFF}"/>
          </ac:graphicFrameMkLst>
        </pc:graphicFrameChg>
        <pc:picChg chg="mod ord modCrop">
          <ac:chgData name="Abhijit Shine" userId="e6fef8295213bcf9" providerId="LiveId" clId="{80A8F75D-14D1-406F-9580-D0D61C39844F}" dt="2024-12-05T14:58:20.594" v="2637" actId="26606"/>
          <ac:picMkLst>
            <pc:docMk/>
            <pc:sldMk cId="1063069220" sldId="4462"/>
            <ac:picMk id="4" creationId="{810F34F3-C642-8318-7477-24DC06F37F63}"/>
          </ac:picMkLst>
        </pc:picChg>
      </pc:sldChg>
      <pc:sldChg chg="del">
        <pc:chgData name="Abhijit Shine" userId="e6fef8295213bcf9" providerId="LiveId" clId="{80A8F75D-14D1-406F-9580-D0D61C39844F}" dt="2024-12-05T14:48:43.578" v="2617" actId="2696"/>
        <pc:sldMkLst>
          <pc:docMk/>
          <pc:sldMk cId="722763564" sldId="4463"/>
        </pc:sldMkLst>
      </pc:sldChg>
      <pc:sldChg chg="del">
        <pc:chgData name="Abhijit Shine" userId="e6fef8295213bcf9" providerId="LiveId" clId="{80A8F75D-14D1-406F-9580-D0D61C39844F}" dt="2024-12-05T15:14:16.132" v="2801" actId="2696"/>
        <pc:sldMkLst>
          <pc:docMk/>
          <pc:sldMk cId="2645612682" sldId="4464"/>
        </pc:sldMkLst>
      </pc:sldChg>
      <pc:sldChg chg="addSp delSp modSp add del mod">
        <pc:chgData name="Abhijit Shine" userId="e6fef8295213bcf9" providerId="LiveId" clId="{80A8F75D-14D1-406F-9580-D0D61C39844F}" dt="2024-12-05T14:28:40.988" v="2494" actId="47"/>
        <pc:sldMkLst>
          <pc:docMk/>
          <pc:sldMk cId="291237623" sldId="4465"/>
        </pc:sldMkLst>
        <pc:spChg chg="mod ord">
          <ac:chgData name="Abhijit Shine" userId="e6fef8295213bcf9" providerId="LiveId" clId="{80A8F75D-14D1-406F-9580-D0D61C39844F}" dt="2024-12-05T14:28:33.013" v="2491" actId="14100"/>
          <ac:spMkLst>
            <pc:docMk/>
            <pc:sldMk cId="291237623" sldId="4465"/>
            <ac:spMk id="2" creationId="{713CCDC2-D18D-621F-ECB8-FDDC5E9A65A6}"/>
          </ac:spMkLst>
        </pc:spChg>
        <pc:spChg chg="add del mod">
          <ac:chgData name="Abhijit Shine" userId="e6fef8295213bcf9" providerId="LiveId" clId="{80A8F75D-14D1-406F-9580-D0D61C39844F}" dt="2024-12-05T14:28:39.196" v="2493" actId="478"/>
          <ac:spMkLst>
            <pc:docMk/>
            <pc:sldMk cId="291237623" sldId="4465"/>
            <ac:spMk id="7" creationId="{7B772B1D-3B7C-B438-C7F3-06040E1AEE45}"/>
          </ac:spMkLst>
        </pc:spChg>
        <pc:spChg chg="del">
          <ac:chgData name="Abhijit Shine" userId="e6fef8295213bcf9" providerId="LiveId" clId="{80A8F75D-14D1-406F-9580-D0D61C39844F}" dt="2024-12-05T14:24:48.400" v="2417" actId="26606"/>
          <ac:spMkLst>
            <pc:docMk/>
            <pc:sldMk cId="291237623" sldId="4465"/>
            <ac:spMk id="11" creationId="{FF1CE872-B320-3414-BC36-9ADEA3E0B307}"/>
          </ac:spMkLst>
        </pc:spChg>
        <pc:spChg chg="del">
          <ac:chgData name="Abhijit Shine" userId="e6fef8295213bcf9" providerId="LiveId" clId="{80A8F75D-14D1-406F-9580-D0D61C39844F}" dt="2024-12-05T14:24:48.400" v="2417" actId="26606"/>
          <ac:spMkLst>
            <pc:docMk/>
            <pc:sldMk cId="291237623" sldId="4465"/>
            <ac:spMk id="13" creationId="{FB03DFDA-DE1E-BF3D-9858-3C1503526362}"/>
          </ac:spMkLst>
        </pc:spChg>
        <pc:picChg chg="add mod">
          <ac:chgData name="Abhijit Shine" userId="e6fef8295213bcf9" providerId="LiveId" clId="{80A8F75D-14D1-406F-9580-D0D61C39844F}" dt="2024-12-05T14:28:31.167" v="2486" actId="1076"/>
          <ac:picMkLst>
            <pc:docMk/>
            <pc:sldMk cId="291237623" sldId="4465"/>
            <ac:picMk id="4" creationId="{CA71FC89-4B59-0F1B-9E3F-C8C632938A8A}"/>
          </ac:picMkLst>
        </pc:picChg>
        <pc:picChg chg="del">
          <ac:chgData name="Abhijit Shine" userId="e6fef8295213bcf9" providerId="LiveId" clId="{80A8F75D-14D1-406F-9580-D0D61C39844F}" dt="2024-12-05T14:24:13.512" v="2413" actId="478"/>
          <ac:picMkLst>
            <pc:docMk/>
            <pc:sldMk cId="291237623" sldId="4465"/>
            <ac:picMk id="6" creationId="{33628545-91F7-4FE9-93F9-18279534759C}"/>
          </ac:picMkLst>
        </pc:picChg>
      </pc:sldChg>
      <pc:sldChg chg="addSp delSp modSp add mod modTransition">
        <pc:chgData name="Abhijit Shine" userId="e6fef8295213bcf9" providerId="LiveId" clId="{80A8F75D-14D1-406F-9580-D0D61C39844F}" dt="2024-12-05T16:43:35.448" v="3175"/>
        <pc:sldMkLst>
          <pc:docMk/>
          <pc:sldMk cId="2179799810" sldId="4465"/>
        </pc:sldMkLst>
        <pc:spChg chg="del mod ord">
          <ac:chgData name="Abhijit Shine" userId="e6fef8295213bcf9" providerId="LiveId" clId="{80A8F75D-14D1-406F-9580-D0D61C39844F}" dt="2024-12-05T14:30:42.487" v="2510" actId="478"/>
          <ac:spMkLst>
            <pc:docMk/>
            <pc:sldMk cId="2179799810" sldId="4465"/>
            <ac:spMk id="2" creationId="{F894470E-BF10-33B3-82C9-3BF13B90831D}"/>
          </ac:spMkLst>
        </pc:spChg>
        <pc:spChg chg="add mod">
          <ac:chgData name="Abhijit Shine" userId="e6fef8295213bcf9" providerId="LiveId" clId="{80A8F75D-14D1-406F-9580-D0D61C39844F}" dt="2024-12-05T15:24:28.969" v="2848" actId="34135"/>
          <ac:spMkLst>
            <pc:docMk/>
            <pc:sldMk cId="2179799810" sldId="4465"/>
            <ac:spMk id="5" creationId="{1CCBB9DB-399A-CD39-E202-620FD3FD72C1}"/>
          </ac:spMkLst>
        </pc:spChg>
        <pc:spChg chg="del mod ord">
          <ac:chgData name="Abhijit Shine" userId="e6fef8295213bcf9" providerId="LiveId" clId="{80A8F75D-14D1-406F-9580-D0D61C39844F}" dt="2024-12-05T14:31:19.247" v="2518" actId="478"/>
          <ac:spMkLst>
            <pc:docMk/>
            <pc:sldMk cId="2179799810" sldId="4465"/>
            <ac:spMk id="7" creationId="{531EB483-349D-DC64-C2F5-60E733802FE9}"/>
          </ac:spMkLst>
        </pc:spChg>
        <pc:spChg chg="add mod">
          <ac:chgData name="Abhijit Shine" userId="e6fef8295213bcf9" providerId="LiveId" clId="{80A8F75D-14D1-406F-9580-D0D61C39844F}" dt="2024-12-05T15:24:25.197" v="2847" actId="34135"/>
          <ac:spMkLst>
            <pc:docMk/>
            <pc:sldMk cId="2179799810" sldId="4465"/>
            <ac:spMk id="8" creationId="{7F2B503B-39E8-CB0A-EA2E-8B7E637909C7}"/>
          </ac:spMkLst>
        </pc:spChg>
        <pc:spChg chg="add del">
          <ac:chgData name="Abhijit Shine" userId="e6fef8295213bcf9" providerId="LiveId" clId="{80A8F75D-14D1-406F-9580-D0D61C39844F}" dt="2024-12-05T14:30:09.061" v="2506" actId="26606"/>
          <ac:spMkLst>
            <pc:docMk/>
            <pc:sldMk cId="2179799810" sldId="4465"/>
            <ac:spMk id="11" creationId="{AFE8259E-6B56-2064-ADEF-7EA14BD03675}"/>
          </ac:spMkLst>
        </pc:spChg>
        <pc:spChg chg="add del">
          <ac:chgData name="Abhijit Shine" userId="e6fef8295213bcf9" providerId="LiveId" clId="{80A8F75D-14D1-406F-9580-D0D61C39844F}" dt="2024-12-05T14:30:09.061" v="2506" actId="26606"/>
          <ac:spMkLst>
            <pc:docMk/>
            <pc:sldMk cId="2179799810" sldId="4465"/>
            <ac:spMk id="13" creationId="{9BF8DE40-2B7C-0E1A-30A8-9AD4A21A7397}"/>
          </ac:spMkLst>
        </pc:spChg>
        <pc:spChg chg="add del">
          <ac:chgData name="Abhijit Shine" userId="e6fef8295213bcf9" providerId="LiveId" clId="{80A8F75D-14D1-406F-9580-D0D61C39844F}" dt="2024-12-05T14:30:03.679" v="2503" actId="26606"/>
          <ac:spMkLst>
            <pc:docMk/>
            <pc:sldMk cId="2179799810" sldId="4465"/>
            <ac:spMk id="18" creationId="{8FC9BE17-9A7B-462D-AE50-3D8777387304}"/>
          </ac:spMkLst>
        </pc:spChg>
        <pc:spChg chg="add del">
          <ac:chgData name="Abhijit Shine" userId="e6fef8295213bcf9" providerId="LiveId" clId="{80A8F75D-14D1-406F-9580-D0D61C39844F}" dt="2024-12-05T14:30:03.679" v="2503" actId="26606"/>
          <ac:spMkLst>
            <pc:docMk/>
            <pc:sldMk cId="2179799810" sldId="4465"/>
            <ac:spMk id="20" creationId="{3EBE8569-6AEC-4B8C-8D53-2DE337CDBA65}"/>
          </ac:spMkLst>
        </pc:spChg>
        <pc:spChg chg="add del">
          <ac:chgData name="Abhijit Shine" userId="e6fef8295213bcf9" providerId="LiveId" clId="{80A8F75D-14D1-406F-9580-D0D61C39844F}" dt="2024-12-05T14:30:03.679" v="2503" actId="26606"/>
          <ac:spMkLst>
            <pc:docMk/>
            <pc:sldMk cId="2179799810" sldId="4465"/>
            <ac:spMk id="22" creationId="{55D4142C-5077-457F-A6AD-3FECFDB39685}"/>
          </ac:spMkLst>
        </pc:spChg>
        <pc:spChg chg="add del">
          <ac:chgData name="Abhijit Shine" userId="e6fef8295213bcf9" providerId="LiveId" clId="{80A8F75D-14D1-406F-9580-D0D61C39844F}" dt="2024-12-05T14:30:03.679" v="2503" actId="26606"/>
          <ac:spMkLst>
            <pc:docMk/>
            <pc:sldMk cId="2179799810" sldId="4465"/>
            <ac:spMk id="24" creationId="{7A5F0580-5EE9-419F-96EE-B6529EF6E7D0}"/>
          </ac:spMkLst>
        </pc:spChg>
        <pc:spChg chg="add del">
          <ac:chgData name="Abhijit Shine" userId="e6fef8295213bcf9" providerId="LiveId" clId="{80A8F75D-14D1-406F-9580-D0D61C39844F}" dt="2024-12-05T14:30:09.049" v="2505" actId="26606"/>
          <ac:spMkLst>
            <pc:docMk/>
            <pc:sldMk cId="2179799810" sldId="4465"/>
            <ac:spMk id="26" creationId="{04812C46-200A-4DEB-A05E-3ED6C68C2387}"/>
          </ac:spMkLst>
        </pc:spChg>
        <pc:spChg chg="add del">
          <ac:chgData name="Abhijit Shine" userId="e6fef8295213bcf9" providerId="LiveId" clId="{80A8F75D-14D1-406F-9580-D0D61C39844F}" dt="2024-12-05T14:30:09.049" v="2505" actId="26606"/>
          <ac:spMkLst>
            <pc:docMk/>
            <pc:sldMk cId="2179799810" sldId="4465"/>
            <ac:spMk id="27" creationId="{D1EA859B-E555-4109-94F3-6700E046E008}"/>
          </ac:spMkLst>
        </pc:spChg>
        <pc:spChg chg="add">
          <ac:chgData name="Abhijit Shine" userId="e6fef8295213bcf9" providerId="LiveId" clId="{80A8F75D-14D1-406F-9580-D0D61C39844F}" dt="2024-12-05T14:30:09.061" v="2506" actId="26606"/>
          <ac:spMkLst>
            <pc:docMk/>
            <pc:sldMk cId="2179799810" sldId="4465"/>
            <ac:spMk id="29" creationId="{B1595A09-E336-4D1B-9B3A-06A2287A54E2}"/>
          </ac:spMkLst>
        </pc:spChg>
        <pc:spChg chg="add">
          <ac:chgData name="Abhijit Shine" userId="e6fef8295213bcf9" providerId="LiveId" clId="{80A8F75D-14D1-406F-9580-D0D61C39844F}" dt="2024-12-05T14:30:09.061" v="2506" actId="26606"/>
          <ac:spMkLst>
            <pc:docMk/>
            <pc:sldMk cId="2179799810" sldId="4465"/>
            <ac:spMk id="30" creationId="{3540989C-C7B8-473B-BF87-6F2DA6A90006}"/>
          </ac:spMkLst>
        </pc:spChg>
        <pc:picChg chg="add del mod modCrop">
          <ac:chgData name="Abhijit Shine" userId="e6fef8295213bcf9" providerId="LiveId" clId="{80A8F75D-14D1-406F-9580-D0D61C39844F}" dt="2024-12-05T14:33:08.653" v="2533" actId="29295"/>
          <ac:picMkLst>
            <pc:docMk/>
            <pc:sldMk cId="2179799810" sldId="4465"/>
            <ac:picMk id="4" creationId="{380F4417-A1A6-8A1D-DC8B-4A47FFACA81A}"/>
          </ac:picMkLst>
        </pc:picChg>
        <pc:picChg chg="del">
          <ac:chgData name="Abhijit Shine" userId="e6fef8295213bcf9" providerId="LiveId" clId="{80A8F75D-14D1-406F-9580-D0D61C39844F}" dt="2024-12-05T14:28:57.051" v="2498" actId="478"/>
          <ac:picMkLst>
            <pc:docMk/>
            <pc:sldMk cId="2179799810" sldId="4465"/>
            <ac:picMk id="6" creationId="{617B04C9-C9ED-E999-CA7F-87434E5279E1}"/>
          </ac:picMkLst>
        </pc:picChg>
      </pc:sldChg>
      <pc:sldChg chg="new del">
        <pc:chgData name="Abhijit Shine" userId="e6fef8295213bcf9" providerId="LiveId" clId="{80A8F75D-14D1-406F-9580-D0D61C39844F}" dt="2024-12-05T14:28:45.862" v="2496" actId="680"/>
        <pc:sldMkLst>
          <pc:docMk/>
          <pc:sldMk cId="3443263510" sldId="4465"/>
        </pc:sldMkLst>
      </pc:sldChg>
      <pc:sldChg chg="addSp delSp modSp add mod modTransition">
        <pc:chgData name="Abhijit Shine" userId="e6fef8295213bcf9" providerId="LiveId" clId="{80A8F75D-14D1-406F-9580-D0D61C39844F}" dt="2024-12-05T16:43:35.448" v="3175"/>
        <pc:sldMkLst>
          <pc:docMk/>
          <pc:sldMk cId="802607059" sldId="4466"/>
        </pc:sldMkLst>
        <pc:spChg chg="del mod">
          <ac:chgData name="Abhijit Shine" userId="e6fef8295213bcf9" providerId="LiveId" clId="{80A8F75D-14D1-406F-9580-D0D61C39844F}" dt="2024-12-05T14:45:30.648" v="2582" actId="478"/>
          <ac:spMkLst>
            <pc:docMk/>
            <pc:sldMk cId="802607059" sldId="4466"/>
            <ac:spMk id="3" creationId="{72CCFBFA-386E-890D-4747-D9CBA2BE14EA}"/>
          </ac:spMkLst>
        </pc:spChg>
        <pc:spChg chg="add mod">
          <ac:chgData name="Abhijit Shine" userId="e6fef8295213bcf9" providerId="LiveId" clId="{80A8F75D-14D1-406F-9580-D0D61C39844F}" dt="2024-12-05T14:48:35.125" v="2616" actId="1076"/>
          <ac:spMkLst>
            <pc:docMk/>
            <pc:sldMk cId="802607059" sldId="4466"/>
            <ac:spMk id="5" creationId="{2B88C2A9-CE0B-5B4C-37AD-D8DEFF095E76}"/>
          </ac:spMkLst>
        </pc:spChg>
        <pc:spChg chg="del mod">
          <ac:chgData name="Abhijit Shine" userId="e6fef8295213bcf9" providerId="LiveId" clId="{80A8F75D-14D1-406F-9580-D0D61C39844F}" dt="2024-12-05T14:48:06.327" v="2591" actId="478"/>
          <ac:spMkLst>
            <pc:docMk/>
            <pc:sldMk cId="802607059" sldId="4466"/>
            <ac:spMk id="6" creationId="{A176298B-B983-1920-2D93-5FDB7D855CA3}"/>
          </ac:spMkLst>
        </pc:spChg>
        <pc:spChg chg="del">
          <ac:chgData name="Abhijit Shine" userId="e6fef8295213bcf9" providerId="LiveId" clId="{80A8F75D-14D1-406F-9580-D0D61C39844F}" dt="2024-12-05T14:47:24.967" v="2585" actId="26606"/>
          <ac:spMkLst>
            <pc:docMk/>
            <pc:sldMk cId="802607059" sldId="4466"/>
            <ac:spMk id="70" creationId="{B4DDB273-18B1-18CD-B0E6-35F99FC8DDD0}"/>
          </ac:spMkLst>
        </pc:spChg>
        <pc:spChg chg="del">
          <ac:chgData name="Abhijit Shine" userId="e6fef8295213bcf9" providerId="LiveId" clId="{80A8F75D-14D1-406F-9580-D0D61C39844F}" dt="2024-12-05T14:47:24.967" v="2585" actId="26606"/>
          <ac:spMkLst>
            <pc:docMk/>
            <pc:sldMk cId="802607059" sldId="4466"/>
            <ac:spMk id="72" creationId="{A13CA937-666B-1917-A9DF-62D77201569B}"/>
          </ac:spMkLst>
        </pc:spChg>
        <pc:spChg chg="add">
          <ac:chgData name="Abhijit Shine" userId="e6fef8295213bcf9" providerId="LiveId" clId="{80A8F75D-14D1-406F-9580-D0D61C39844F}" dt="2024-12-05T14:47:24.967" v="2585" actId="26606"/>
          <ac:spMkLst>
            <pc:docMk/>
            <pc:sldMk cId="802607059" sldId="4466"/>
            <ac:spMk id="77" creationId="{0E91F5CA-B392-444C-88E3-BF5BAAEBDEB0}"/>
          </ac:spMkLst>
        </pc:spChg>
        <pc:spChg chg="add">
          <ac:chgData name="Abhijit Shine" userId="e6fef8295213bcf9" providerId="LiveId" clId="{80A8F75D-14D1-406F-9580-D0D61C39844F}" dt="2024-12-05T14:47:24.967" v="2585" actId="26606"/>
          <ac:spMkLst>
            <pc:docMk/>
            <pc:sldMk cId="802607059" sldId="4466"/>
            <ac:spMk id="79" creationId="{DFCA2118-59A2-4310-A4B2-F2CBA821E842}"/>
          </ac:spMkLst>
        </pc:spChg>
        <pc:picChg chg="add mod ord">
          <ac:chgData name="Abhijit Shine" userId="e6fef8295213bcf9" providerId="LiveId" clId="{80A8F75D-14D1-406F-9580-D0D61C39844F}" dt="2024-12-05T14:47:50.598" v="2589" actId="170"/>
          <ac:picMkLst>
            <pc:docMk/>
            <pc:sldMk cId="802607059" sldId="4466"/>
            <ac:picMk id="2" creationId="{509741B5-5FCB-60AC-DE2F-55EDBFAB5A7D}"/>
          </ac:picMkLst>
        </pc:picChg>
        <pc:picChg chg="del">
          <ac:chgData name="Abhijit Shine" userId="e6fef8295213bcf9" providerId="LiveId" clId="{80A8F75D-14D1-406F-9580-D0D61C39844F}" dt="2024-12-05T14:45:32.344" v="2583" actId="478"/>
          <ac:picMkLst>
            <pc:docMk/>
            <pc:sldMk cId="802607059" sldId="4466"/>
            <ac:picMk id="4" creationId="{95EFD3E4-00AA-54F7-3FAA-CDFADE48DC13}"/>
          </ac:picMkLst>
        </pc:picChg>
      </pc:sldChg>
      <pc:sldChg chg="modSp add mod ord modTransition">
        <pc:chgData name="Abhijit Shine" userId="e6fef8295213bcf9" providerId="LiveId" clId="{80A8F75D-14D1-406F-9580-D0D61C39844F}" dt="2024-12-05T16:43:35.448" v="3175"/>
        <pc:sldMkLst>
          <pc:docMk/>
          <pc:sldMk cId="50939351" sldId="4467"/>
        </pc:sldMkLst>
        <pc:spChg chg="mod">
          <ac:chgData name="Abhijit Shine" userId="e6fef8295213bcf9" providerId="LiveId" clId="{80A8F75D-14D1-406F-9580-D0D61C39844F}" dt="2024-12-05T15:12:24.295" v="2776" actId="2711"/>
          <ac:spMkLst>
            <pc:docMk/>
            <pc:sldMk cId="50939351" sldId="4467"/>
            <ac:spMk id="3" creationId="{B46F90B6-2BA3-FFBF-51DF-EBD5F3F44F6E}"/>
          </ac:spMkLst>
        </pc:spChg>
        <pc:spChg chg="mod">
          <ac:chgData name="Abhijit Shine" userId="e6fef8295213bcf9" providerId="LiveId" clId="{80A8F75D-14D1-406F-9580-D0D61C39844F}" dt="2024-12-05T15:01:04.107" v="2664" actId="20577"/>
          <ac:spMkLst>
            <pc:docMk/>
            <pc:sldMk cId="50939351" sldId="4467"/>
            <ac:spMk id="6" creationId="{7730E2CA-7FD0-5C90-7174-4593CCA0F3C4}"/>
          </ac:spMkLst>
        </pc:spChg>
        <pc:picChg chg="mod modCrop">
          <ac:chgData name="Abhijit Shine" userId="e6fef8295213bcf9" providerId="LiveId" clId="{80A8F75D-14D1-406F-9580-D0D61C39844F}" dt="2024-12-05T15:04:00.936" v="2705" actId="29295"/>
          <ac:picMkLst>
            <pc:docMk/>
            <pc:sldMk cId="50939351" sldId="4467"/>
            <ac:picMk id="4" creationId="{22E762CD-4D70-4160-9E71-BFF109A252FA}"/>
          </ac:picMkLst>
        </pc:picChg>
      </pc:sldChg>
      <pc:sldChg chg="addSp delSp add del setBg delDesignElem">
        <pc:chgData name="Abhijit Shine" userId="e6fef8295213bcf9" providerId="LiveId" clId="{80A8F75D-14D1-406F-9580-D0D61C39844F}" dt="2024-12-05T15:00:47.013" v="2640"/>
        <pc:sldMkLst>
          <pc:docMk/>
          <pc:sldMk cId="1604561896" sldId="4467"/>
        </pc:sldMkLst>
        <pc:spChg chg="add del">
          <ac:chgData name="Abhijit Shine" userId="e6fef8295213bcf9" providerId="LiveId" clId="{80A8F75D-14D1-406F-9580-D0D61C39844F}" dt="2024-12-05T15:00:47.013" v="2640"/>
          <ac:spMkLst>
            <pc:docMk/>
            <pc:sldMk cId="1604561896" sldId="4467"/>
            <ac:spMk id="70" creationId="{B348BA44-BF20-1613-2276-14A61B3126F0}"/>
          </ac:spMkLst>
        </pc:spChg>
        <pc:spChg chg="add del">
          <ac:chgData name="Abhijit Shine" userId="e6fef8295213bcf9" providerId="LiveId" clId="{80A8F75D-14D1-406F-9580-D0D61C39844F}" dt="2024-12-05T15:00:47.013" v="2640"/>
          <ac:spMkLst>
            <pc:docMk/>
            <pc:sldMk cId="1604561896" sldId="4467"/>
            <ac:spMk id="72" creationId="{72764479-7064-42B7-000E-260E3C96F67A}"/>
          </ac:spMkLst>
        </pc:spChg>
      </pc:sldChg>
      <pc:sldChg chg="addSp delSp modSp add mod modTransition">
        <pc:chgData name="Abhijit Shine" userId="e6fef8295213bcf9" providerId="LiveId" clId="{80A8F75D-14D1-406F-9580-D0D61C39844F}" dt="2024-12-05T16:43:35.448" v="3175"/>
        <pc:sldMkLst>
          <pc:docMk/>
          <pc:sldMk cId="2126567488" sldId="4468"/>
        </pc:sldMkLst>
        <pc:spChg chg="add mod">
          <ac:chgData name="Abhijit Shine" userId="e6fef8295213bcf9" providerId="LiveId" clId="{80A8F75D-14D1-406F-9580-D0D61C39844F}" dt="2024-12-05T15:27:56.027" v="2863" actId="113"/>
          <ac:spMkLst>
            <pc:docMk/>
            <pc:sldMk cId="2126567488" sldId="4468"/>
            <ac:spMk id="2" creationId="{424B060F-C28C-4028-8442-8FB44AB28193}"/>
          </ac:spMkLst>
        </pc:spChg>
        <pc:spChg chg="del mod ord">
          <ac:chgData name="Abhijit Shine" userId="e6fef8295213bcf9" providerId="LiveId" clId="{80A8F75D-14D1-406F-9580-D0D61C39844F}" dt="2024-12-05T15:08:51.963" v="2747" actId="478"/>
          <ac:spMkLst>
            <pc:docMk/>
            <pc:sldMk cId="2126567488" sldId="4468"/>
            <ac:spMk id="3" creationId="{C9AF9D28-EE11-C01F-9943-2E2C1C418153}"/>
          </ac:spMkLst>
        </pc:spChg>
        <pc:spChg chg="add mod">
          <ac:chgData name="Abhijit Shine" userId="e6fef8295213bcf9" providerId="LiveId" clId="{80A8F75D-14D1-406F-9580-D0D61C39844F}" dt="2024-12-05T15:09:14.024" v="2751" actId="1076"/>
          <ac:spMkLst>
            <pc:docMk/>
            <pc:sldMk cId="2126567488" sldId="4468"/>
            <ac:spMk id="5" creationId="{7E27F6E9-6197-2984-1D59-DC3C875F0791}"/>
          </ac:spMkLst>
        </pc:spChg>
        <pc:spChg chg="del mod">
          <ac:chgData name="Abhijit Shine" userId="e6fef8295213bcf9" providerId="LiveId" clId="{80A8F75D-14D1-406F-9580-D0D61C39844F}" dt="2024-12-05T15:08:51.963" v="2747" actId="478"/>
          <ac:spMkLst>
            <pc:docMk/>
            <pc:sldMk cId="2126567488" sldId="4468"/>
            <ac:spMk id="6" creationId="{B417D935-CB09-E68E-566D-E87907611E74}"/>
          </ac:spMkLst>
        </pc:spChg>
        <pc:spChg chg="del">
          <ac:chgData name="Abhijit Shine" userId="e6fef8295213bcf9" providerId="LiveId" clId="{80A8F75D-14D1-406F-9580-D0D61C39844F}" dt="2024-12-05T15:07:07.518" v="2707" actId="26606"/>
          <ac:spMkLst>
            <pc:docMk/>
            <pc:sldMk cId="2126567488" sldId="4468"/>
            <ac:spMk id="70" creationId="{51B77010-9F42-6167-663F-90F2F21D94E1}"/>
          </ac:spMkLst>
        </pc:spChg>
        <pc:spChg chg="del">
          <ac:chgData name="Abhijit Shine" userId="e6fef8295213bcf9" providerId="LiveId" clId="{80A8F75D-14D1-406F-9580-D0D61C39844F}" dt="2024-12-05T15:07:07.518" v="2707" actId="26606"/>
          <ac:spMkLst>
            <pc:docMk/>
            <pc:sldMk cId="2126567488" sldId="4468"/>
            <ac:spMk id="72" creationId="{A1ED32C8-AF95-E54D-2C15-B1167B3D79CF}"/>
          </ac:spMkLst>
        </pc:spChg>
        <pc:spChg chg="add">
          <ac:chgData name="Abhijit Shine" userId="e6fef8295213bcf9" providerId="LiveId" clId="{80A8F75D-14D1-406F-9580-D0D61C39844F}" dt="2024-12-05T15:07:07.518" v="2707" actId="26606"/>
          <ac:spMkLst>
            <pc:docMk/>
            <pc:sldMk cId="2126567488" sldId="4468"/>
            <ac:spMk id="77" creationId="{04812C46-200A-4DEB-A05E-3ED6C68C2387}"/>
          </ac:spMkLst>
        </pc:spChg>
        <pc:spChg chg="add">
          <ac:chgData name="Abhijit Shine" userId="e6fef8295213bcf9" providerId="LiveId" clId="{80A8F75D-14D1-406F-9580-D0D61C39844F}" dt="2024-12-05T15:07:07.518" v="2707" actId="26606"/>
          <ac:spMkLst>
            <pc:docMk/>
            <pc:sldMk cId="2126567488" sldId="4468"/>
            <ac:spMk id="79" creationId="{D1EA859B-E555-4109-94F3-6700E046E008}"/>
          </ac:spMkLst>
        </pc:spChg>
        <pc:picChg chg="mod modCrop">
          <ac:chgData name="Abhijit Shine" userId="e6fef8295213bcf9" providerId="LiveId" clId="{80A8F75D-14D1-406F-9580-D0D61C39844F}" dt="2024-12-05T15:08:29.491" v="2745" actId="732"/>
          <ac:picMkLst>
            <pc:docMk/>
            <pc:sldMk cId="2126567488" sldId="4468"/>
            <ac:picMk id="4" creationId="{2E56DFED-44E5-5AFB-7934-2F0E9D5CD88A}"/>
          </ac:picMkLst>
        </pc:picChg>
      </pc:sldChg>
      <pc:sldChg chg="modSp add mod ord modTransition">
        <pc:chgData name="Abhijit Shine" userId="e6fef8295213bcf9" providerId="LiveId" clId="{80A8F75D-14D1-406F-9580-D0D61C39844F}" dt="2024-12-05T16:43:35.448" v="3175"/>
        <pc:sldMkLst>
          <pc:docMk/>
          <pc:sldMk cId="898223784" sldId="4469"/>
        </pc:sldMkLst>
        <pc:spChg chg="mod">
          <ac:chgData name="Abhijit Shine" userId="e6fef8295213bcf9" providerId="LiveId" clId="{80A8F75D-14D1-406F-9580-D0D61C39844F}" dt="2024-12-05T15:13:54.817" v="2799" actId="14100"/>
          <ac:spMkLst>
            <pc:docMk/>
            <pc:sldMk cId="898223784" sldId="4469"/>
            <ac:spMk id="3" creationId="{3EF943F2-C832-88CE-8522-1A6A61DB7269}"/>
          </ac:spMkLst>
        </pc:spChg>
      </pc:sldChg>
      <pc:sldChg chg="add del">
        <pc:chgData name="Abhijit Shine" userId="e6fef8295213bcf9" providerId="LiveId" clId="{80A8F75D-14D1-406F-9580-D0D61C39844F}" dt="2024-12-05T15:07:41.374" v="2709" actId="47"/>
        <pc:sldMkLst>
          <pc:docMk/>
          <pc:sldMk cId="4287385265" sldId="4469"/>
        </pc:sldMkLst>
      </pc:sldChg>
      <pc:sldChg chg="new del">
        <pc:chgData name="Abhijit Shine" userId="e6fef8295213bcf9" providerId="LiveId" clId="{80A8F75D-14D1-406F-9580-D0D61C39844F}" dt="2024-12-05T15:20:52.954" v="2830" actId="47"/>
        <pc:sldMkLst>
          <pc:docMk/>
          <pc:sldMk cId="3736170228" sldId="4470"/>
        </pc:sldMkLst>
      </pc:sldChg>
    </pc:docChg>
  </pc:docChgLst>
  <pc:docChgLst>
    <pc:chgData name="Vineeth Kumar Baradi" userId="S::baradivi@udmercy.edu::6282cf44-6bf0-4cd4-bdd8-cdb3d19baa5f" providerId="AD" clId="Web-{F21DB28A-C7FD-F81B-6596-82E0575F9743}"/>
    <pc:docChg chg="modSld">
      <pc:chgData name="Vineeth Kumar Baradi" userId="S::baradivi@udmercy.edu::6282cf44-6bf0-4cd4-bdd8-cdb3d19baa5f" providerId="AD" clId="Web-{F21DB28A-C7FD-F81B-6596-82E0575F9743}" dt="2024-12-06T05:27:08.590" v="41" actId="14100"/>
      <pc:docMkLst>
        <pc:docMk/>
      </pc:docMkLst>
      <pc:sldChg chg="modSp">
        <pc:chgData name="Vineeth Kumar Baradi" userId="S::baradivi@udmercy.edu::6282cf44-6bf0-4cd4-bdd8-cdb3d19baa5f" providerId="AD" clId="Web-{F21DB28A-C7FD-F81B-6596-82E0575F9743}" dt="2024-12-06T05:27:08.590" v="41" actId="14100"/>
        <pc:sldMkLst>
          <pc:docMk/>
          <pc:sldMk cId="407336123" sldId="4471"/>
        </pc:sldMkLst>
        <pc:spChg chg="mod">
          <ac:chgData name="Vineeth Kumar Baradi" userId="S::baradivi@udmercy.edu::6282cf44-6bf0-4cd4-bdd8-cdb3d19baa5f" providerId="AD" clId="Web-{F21DB28A-C7FD-F81B-6596-82E0575F9743}" dt="2024-12-06T05:27:05.668" v="40" actId="20577"/>
          <ac:spMkLst>
            <pc:docMk/>
            <pc:sldMk cId="407336123" sldId="4471"/>
            <ac:spMk id="2" creationId="{28B7CD27-B43F-94C2-CA21-1354711002E8}"/>
          </ac:spMkLst>
        </pc:spChg>
        <pc:spChg chg="mod">
          <ac:chgData name="Vineeth Kumar Baradi" userId="S::baradivi@udmercy.edu::6282cf44-6bf0-4cd4-bdd8-cdb3d19baa5f" providerId="AD" clId="Web-{F21DB28A-C7FD-F81B-6596-82E0575F9743}" dt="2024-12-06T05:27:08.590" v="41" actId="14100"/>
          <ac:spMkLst>
            <pc:docMk/>
            <pc:sldMk cId="407336123" sldId="4471"/>
            <ac:spMk id="3" creationId="{F7CC52F9-DC8F-C0CA-9891-EE0B8FC25CAC}"/>
          </ac:spMkLst>
        </pc:spChg>
      </pc:sldChg>
      <pc:sldChg chg="addSp modSp mod setBg">
        <pc:chgData name="Vineeth Kumar Baradi" userId="S::baradivi@udmercy.edu::6282cf44-6bf0-4cd4-bdd8-cdb3d19baa5f" providerId="AD" clId="Web-{F21DB28A-C7FD-F81B-6596-82E0575F9743}" dt="2024-12-06T05:25:47.449" v="24" actId="20577"/>
        <pc:sldMkLst>
          <pc:docMk/>
          <pc:sldMk cId="4191217548" sldId="4472"/>
        </pc:sldMkLst>
        <pc:spChg chg="mod">
          <ac:chgData name="Vineeth Kumar Baradi" userId="S::baradivi@udmercy.edu::6282cf44-6bf0-4cd4-bdd8-cdb3d19baa5f" providerId="AD" clId="Web-{F21DB28A-C7FD-F81B-6596-82E0575F9743}" dt="2024-12-06T05:25:47.449" v="24" actId="20577"/>
          <ac:spMkLst>
            <pc:docMk/>
            <pc:sldMk cId="4191217548" sldId="4472"/>
            <ac:spMk id="2" creationId="{A15E2591-21C8-F758-D7CA-B9C2E59A5145}"/>
          </ac:spMkLst>
        </pc:spChg>
        <pc:spChg chg="add">
          <ac:chgData name="Vineeth Kumar Baradi" userId="S::baradivi@udmercy.edu::6282cf44-6bf0-4cd4-bdd8-cdb3d19baa5f" providerId="AD" clId="Web-{F21DB28A-C7FD-F81B-6596-82E0575F9743}" dt="2024-12-06T05:25:24.621" v="22"/>
          <ac:spMkLst>
            <pc:docMk/>
            <pc:sldMk cId="4191217548" sldId="4472"/>
            <ac:spMk id="8" creationId="{6CCA5F87-1D1E-45CB-8D83-FC7EEFAD9935}"/>
          </ac:spMkLst>
        </pc:spChg>
        <pc:spChg chg="add">
          <ac:chgData name="Vineeth Kumar Baradi" userId="S::baradivi@udmercy.edu::6282cf44-6bf0-4cd4-bdd8-cdb3d19baa5f" providerId="AD" clId="Web-{F21DB28A-C7FD-F81B-6596-82E0575F9743}" dt="2024-12-06T05:25:24.621" v="22"/>
          <ac:spMkLst>
            <pc:docMk/>
            <pc:sldMk cId="4191217548" sldId="4472"/>
            <ac:spMk id="10" creationId="{7CCFC2C6-6238-4A2F-93DE-2ADF74AF635E}"/>
          </ac:spMkLst>
        </pc:spChg>
        <pc:spChg chg="add">
          <ac:chgData name="Vineeth Kumar Baradi" userId="S::baradivi@udmercy.edu::6282cf44-6bf0-4cd4-bdd8-cdb3d19baa5f" providerId="AD" clId="Web-{F21DB28A-C7FD-F81B-6596-82E0575F9743}" dt="2024-12-06T05:25:24.621" v="22"/>
          <ac:spMkLst>
            <pc:docMk/>
            <pc:sldMk cId="4191217548" sldId="4472"/>
            <ac:spMk id="12" creationId="{AF2F604E-43BE-4DC3-B983-E071523364F8}"/>
          </ac:spMkLst>
        </pc:spChg>
        <pc:spChg chg="add">
          <ac:chgData name="Vineeth Kumar Baradi" userId="S::baradivi@udmercy.edu::6282cf44-6bf0-4cd4-bdd8-cdb3d19baa5f" providerId="AD" clId="Web-{F21DB28A-C7FD-F81B-6596-82E0575F9743}" dt="2024-12-06T05:25:24.621" v="22"/>
          <ac:spMkLst>
            <pc:docMk/>
            <pc:sldMk cId="4191217548" sldId="4472"/>
            <ac:spMk id="14" creationId="{08C9B587-E65E-4B52-B37C-ABEBB6E87928}"/>
          </ac:spMkLst>
        </pc:spChg>
        <pc:picChg chg="add">
          <ac:chgData name="Vineeth Kumar Baradi" userId="S::baradivi@udmercy.edu::6282cf44-6bf0-4cd4-bdd8-cdb3d19baa5f" providerId="AD" clId="Web-{F21DB28A-C7FD-F81B-6596-82E0575F9743}" dt="2024-12-06T05:25:24.621" v="22"/>
          <ac:picMkLst>
            <pc:docMk/>
            <pc:sldMk cId="4191217548" sldId="4472"/>
            <ac:picMk id="4" creationId="{9FAFC3A9-DD16-16FD-5230-8DEC1AD31FB4}"/>
          </ac:picMkLst>
        </pc:picChg>
      </pc:sldChg>
    </pc:docChg>
  </pc:docChgLst>
  <pc:docChgLst>
    <pc:chgData name="Guest User" providerId="Windows Live" clId="Web-{3D29D5A7-4817-214B-491D-63428874E41F}"/>
    <pc:docChg chg="modSld">
      <pc:chgData name="Guest User" userId="" providerId="Windows Live" clId="Web-{3D29D5A7-4817-214B-491D-63428874E41F}" dt="2024-12-05T05:19:52.702" v="71" actId="20577"/>
      <pc:docMkLst>
        <pc:docMk/>
      </pc:docMkLst>
      <pc:sldChg chg="addSp delSp modSp">
        <pc:chgData name="Guest User" userId="" providerId="Windows Live" clId="Web-{3D29D5A7-4817-214B-491D-63428874E41F}" dt="2024-12-05T05:11:03.148" v="14" actId="14100"/>
        <pc:sldMkLst>
          <pc:docMk/>
          <pc:sldMk cId="3360008051" sldId="4455"/>
        </pc:sldMkLst>
        <pc:spChg chg="mod">
          <ac:chgData name="Guest User" userId="" providerId="Windows Live" clId="Web-{3D29D5A7-4817-214B-491D-63428874E41F}" dt="2024-12-05T05:11:03.148" v="14" actId="14100"/>
          <ac:spMkLst>
            <pc:docMk/>
            <pc:sldMk cId="3360008051" sldId="4455"/>
            <ac:spMk id="2" creationId="{4EC52B57-A568-1CCF-BB71-6575CCD2A102}"/>
          </ac:spMkLst>
        </pc:spChg>
        <pc:spChg chg="add del">
          <ac:chgData name="Guest User" userId="" providerId="Windows Live" clId="Web-{3D29D5A7-4817-214B-491D-63428874E41F}" dt="2024-12-05T05:09:59.270" v="1"/>
          <ac:spMkLst>
            <pc:docMk/>
            <pc:sldMk cId="3360008051" sldId="4455"/>
            <ac:spMk id="3" creationId="{BCAD0D2F-0431-F1A3-3B3C-98A66119C9A1}"/>
          </ac:spMkLst>
        </pc:spChg>
        <pc:spChg chg="add mod">
          <ac:chgData name="Guest User" userId="" providerId="Windows Live" clId="Web-{3D29D5A7-4817-214B-491D-63428874E41F}" dt="2024-12-05T05:10:34.240" v="8" actId="14100"/>
          <ac:spMkLst>
            <pc:docMk/>
            <pc:sldMk cId="3360008051" sldId="4455"/>
            <ac:spMk id="4" creationId="{E92EB92E-4961-E4E7-D270-030AB780BBEA}"/>
          </ac:spMkLst>
        </pc:spChg>
      </pc:sldChg>
      <pc:sldChg chg="addSp modSp">
        <pc:chgData name="Guest User" userId="" providerId="Windows Live" clId="Web-{3D29D5A7-4817-214B-491D-63428874E41F}" dt="2024-12-05T05:12:55.918" v="27" actId="14100"/>
        <pc:sldMkLst>
          <pc:docMk/>
          <pc:sldMk cId="1422157871" sldId="4456"/>
        </pc:sldMkLst>
        <pc:spChg chg="mod">
          <ac:chgData name="Guest User" userId="" providerId="Windows Live" clId="Web-{3D29D5A7-4817-214B-491D-63428874E41F}" dt="2024-12-05T05:12:01.963" v="19" actId="14100"/>
          <ac:spMkLst>
            <pc:docMk/>
            <pc:sldMk cId="1422157871" sldId="4456"/>
            <ac:spMk id="2" creationId="{DA46CEEA-937C-FF1C-05D3-0FE208781FFF}"/>
          </ac:spMkLst>
        </pc:spChg>
        <pc:spChg chg="add mod">
          <ac:chgData name="Guest User" userId="" providerId="Windows Live" clId="Web-{3D29D5A7-4817-214B-491D-63428874E41F}" dt="2024-12-05T05:12:55.918" v="27" actId="14100"/>
          <ac:spMkLst>
            <pc:docMk/>
            <pc:sldMk cId="1422157871" sldId="4456"/>
            <ac:spMk id="3" creationId="{382E17FE-7086-1312-4312-834F6F26AF6B}"/>
          </ac:spMkLst>
        </pc:spChg>
      </pc:sldChg>
      <pc:sldChg chg="addSp delSp modSp">
        <pc:chgData name="Guest User" userId="" providerId="Windows Live" clId="Web-{3D29D5A7-4817-214B-491D-63428874E41F}" dt="2024-12-05T05:19:52.702" v="71" actId="20577"/>
        <pc:sldMkLst>
          <pc:docMk/>
          <pc:sldMk cId="1931498142" sldId="4457"/>
        </pc:sldMkLst>
        <pc:spChg chg="mod">
          <ac:chgData name="Guest User" userId="" providerId="Windows Live" clId="Web-{3D29D5A7-4817-214B-491D-63428874E41F}" dt="2024-12-05T05:14:23.561" v="39" actId="1076"/>
          <ac:spMkLst>
            <pc:docMk/>
            <pc:sldMk cId="1931498142" sldId="4457"/>
            <ac:spMk id="2" creationId="{A6F5F410-1620-FD30-D46D-0582B71E48A1}"/>
          </ac:spMkLst>
        </pc:spChg>
        <pc:spChg chg="add mod">
          <ac:chgData name="Guest User" userId="" providerId="Windows Live" clId="Web-{3D29D5A7-4817-214B-491D-63428874E41F}" dt="2024-12-05T05:13:52.763" v="35" actId="20577"/>
          <ac:spMkLst>
            <pc:docMk/>
            <pc:sldMk cId="1931498142" sldId="4457"/>
            <ac:spMk id="3" creationId="{FCE9D0EF-88DB-3D2B-F3D4-CCAC9D18D08C}"/>
          </ac:spMkLst>
        </pc:spChg>
        <pc:spChg chg="add del">
          <ac:chgData name="Guest User" userId="" providerId="Windows Live" clId="Web-{3D29D5A7-4817-214B-491D-63428874E41F}" dt="2024-12-05T05:18:47.231" v="67"/>
          <ac:spMkLst>
            <pc:docMk/>
            <pc:sldMk cId="1931498142" sldId="4457"/>
            <ac:spMk id="4" creationId="{AD75F6A5-799E-AD5B-B619-1DF1D42BE0F0}"/>
          </ac:spMkLst>
        </pc:spChg>
        <pc:spChg chg="add del mod ord">
          <ac:chgData name="Guest User" userId="" providerId="Windows Live" clId="Web-{3D29D5A7-4817-214B-491D-63428874E41F}" dt="2024-12-05T05:17:47.303" v="62"/>
          <ac:spMkLst>
            <pc:docMk/>
            <pc:sldMk cId="1931498142" sldId="4457"/>
            <ac:spMk id="6" creationId="{42163A28-9CEE-AD40-B453-388001D910F5}"/>
          </ac:spMkLst>
        </pc:spChg>
        <pc:spChg chg="add del">
          <ac:chgData name="Guest User" userId="" providerId="Windows Live" clId="Web-{3D29D5A7-4817-214B-491D-63428874E41F}" dt="2024-12-05T05:18:45.856" v="66"/>
          <ac:spMkLst>
            <pc:docMk/>
            <pc:sldMk cId="1931498142" sldId="4457"/>
            <ac:spMk id="8" creationId="{D98C5D9D-BF71-430C-FA0B-2D23CC38C0DF}"/>
          </ac:spMkLst>
        </pc:spChg>
        <pc:spChg chg="add mod">
          <ac:chgData name="Guest User" userId="" providerId="Windows Live" clId="Web-{3D29D5A7-4817-214B-491D-63428874E41F}" dt="2024-12-05T05:19:52.702" v="71" actId="20577"/>
          <ac:spMkLst>
            <pc:docMk/>
            <pc:sldMk cId="1931498142" sldId="4457"/>
            <ac:spMk id="9" creationId="{0A0D723E-80A9-85ED-1E88-A9F72EDDA409}"/>
          </ac:spMkLst>
        </pc:spChg>
      </pc:sldChg>
    </pc:docChg>
  </pc:docChgLst>
  <pc:docChgLst>
    <pc:chgData name="Guest User" providerId="Windows Live" clId="Web-{9B6B6EE2-7B4F-43D0-BF7F-45F6FBA47254}"/>
    <pc:docChg chg="modSld">
      <pc:chgData name="Guest User" userId="" providerId="Windows Live" clId="Web-{9B6B6EE2-7B4F-43D0-BF7F-45F6FBA47254}" dt="2024-12-04T01:04:18.335" v="14" actId="20577"/>
      <pc:docMkLst>
        <pc:docMk/>
      </pc:docMkLst>
      <pc:sldChg chg="modSp">
        <pc:chgData name="Guest User" userId="" providerId="Windows Live" clId="Web-{9B6B6EE2-7B4F-43D0-BF7F-45F6FBA47254}" dt="2024-12-04T01:04:18.335" v="14" actId="20577"/>
        <pc:sldMkLst>
          <pc:docMk/>
          <pc:sldMk cId="1803332084" sldId="4441"/>
        </pc:sldMkLst>
        <pc:spChg chg="mod">
          <ac:chgData name="Guest User" userId="" providerId="Windows Live" clId="Web-{9B6B6EE2-7B4F-43D0-BF7F-45F6FBA47254}" dt="2024-12-04T01:04:18.335" v="14" actId="20577"/>
          <ac:spMkLst>
            <pc:docMk/>
            <pc:sldMk cId="1803332084" sldId="4441"/>
            <ac:spMk id="2" creationId="{90C321BC-1720-2DAB-9233-215ECB7D3B33}"/>
          </ac:spMkLst>
        </pc:spChg>
      </pc:sldChg>
      <pc:sldChg chg="modSp">
        <pc:chgData name="Guest User" userId="" providerId="Windows Live" clId="Web-{9B6B6EE2-7B4F-43D0-BF7F-45F6FBA47254}" dt="2024-12-04T01:03:06.835" v="4" actId="1076"/>
        <pc:sldMkLst>
          <pc:docMk/>
          <pc:sldMk cId="4023840473" sldId="4458"/>
        </pc:sldMkLst>
        <pc:spChg chg="mod">
          <ac:chgData name="Guest User" userId="" providerId="Windows Live" clId="Web-{9B6B6EE2-7B4F-43D0-BF7F-45F6FBA47254}" dt="2024-12-04T01:03:06.835" v="4" actId="1076"/>
          <ac:spMkLst>
            <pc:docMk/>
            <pc:sldMk cId="4023840473" sldId="4458"/>
            <ac:spMk id="2" creationId="{1503649E-CEBB-639D-26B2-0D425895F1DF}"/>
          </ac:spMkLst>
        </pc:spChg>
      </pc:sldChg>
    </pc:docChg>
  </pc:docChgLst>
  <pc:docChgLst>
    <pc:chgData name="Ashok Kumar Parihar" userId="65b5a081-d818-4095-8832-e8fac2d6e4fb" providerId="ADAL" clId="{62CD867D-6BEE-4B60-9E20-A85E77402079}"/>
    <pc:docChg chg="custSel modSld">
      <pc:chgData name="Ashok Kumar Parihar" userId="65b5a081-d818-4095-8832-e8fac2d6e4fb" providerId="ADAL" clId="{62CD867D-6BEE-4B60-9E20-A85E77402079}" dt="2024-12-05T20:48:14.874" v="11" actId="1076"/>
      <pc:docMkLst>
        <pc:docMk/>
      </pc:docMkLst>
      <pc:sldChg chg="addSp delSp modSp mod delAnim">
        <pc:chgData name="Ashok Kumar Parihar" userId="65b5a081-d818-4095-8832-e8fac2d6e4fb" providerId="ADAL" clId="{62CD867D-6BEE-4B60-9E20-A85E77402079}" dt="2024-12-05T20:48:14.874" v="11" actId="1076"/>
        <pc:sldMkLst>
          <pc:docMk/>
          <pc:sldMk cId="3360008051" sldId="4455"/>
        </pc:sldMkLst>
        <pc:picChg chg="add del mod">
          <ac:chgData name="Ashok Kumar Parihar" userId="65b5a081-d818-4095-8832-e8fac2d6e4fb" providerId="ADAL" clId="{62CD867D-6BEE-4B60-9E20-A85E77402079}" dt="2024-12-05T16:57:06.948" v="1" actId="478"/>
          <ac:picMkLst>
            <pc:docMk/>
            <pc:sldMk cId="3360008051" sldId="4455"/>
            <ac:picMk id="9" creationId="{DEC5E803-111D-E12F-162D-80D912BC01C3}"/>
          </ac:picMkLst>
        </pc:picChg>
        <pc:picChg chg="del">
          <ac:chgData name="Ashok Kumar Parihar" userId="65b5a081-d818-4095-8832-e8fac2d6e4fb" providerId="ADAL" clId="{62CD867D-6BEE-4B60-9E20-A85E77402079}" dt="2024-12-05T17:42:53.990" v="2" actId="478"/>
          <ac:picMkLst>
            <pc:docMk/>
            <pc:sldMk cId="3360008051" sldId="4455"/>
            <ac:picMk id="15" creationId="{532026DB-0088-84BD-24F5-5173FD62B4A8}"/>
          </ac:picMkLst>
        </pc:picChg>
        <pc:picChg chg="del">
          <ac:chgData name="Ashok Kumar Parihar" userId="65b5a081-d818-4095-8832-e8fac2d6e4fb" providerId="ADAL" clId="{62CD867D-6BEE-4B60-9E20-A85E77402079}" dt="2024-12-05T17:45:17.189" v="3" actId="478"/>
          <ac:picMkLst>
            <pc:docMk/>
            <pc:sldMk cId="3360008051" sldId="4455"/>
            <ac:picMk id="16" creationId="{506AC7A3-5C1E-9991-5D3E-32D9C754CDDF}"/>
          </ac:picMkLst>
        </pc:picChg>
        <pc:picChg chg="mod">
          <ac:chgData name="Ashok Kumar Parihar" userId="65b5a081-d818-4095-8832-e8fac2d6e4fb" providerId="ADAL" clId="{62CD867D-6BEE-4B60-9E20-A85E77402079}" dt="2024-12-05T20:48:14.874" v="11" actId="1076"/>
          <ac:picMkLst>
            <pc:docMk/>
            <pc:sldMk cId="3360008051" sldId="4455"/>
            <ac:picMk id="17" creationId="{61AA4B1D-93D7-DB8C-1B2C-D06E2066BBE4}"/>
          </ac:picMkLst>
        </pc:picChg>
      </pc:sldChg>
      <pc:sldChg chg="modSp mod">
        <pc:chgData name="Ashok Kumar Parihar" userId="65b5a081-d818-4095-8832-e8fac2d6e4fb" providerId="ADAL" clId="{62CD867D-6BEE-4B60-9E20-A85E77402079}" dt="2024-12-05T18:05:14.626" v="7" actId="1076"/>
        <pc:sldMkLst>
          <pc:docMk/>
          <pc:sldMk cId="1422157871" sldId="4456"/>
        </pc:sldMkLst>
        <pc:picChg chg="mod">
          <ac:chgData name="Ashok Kumar Parihar" userId="65b5a081-d818-4095-8832-e8fac2d6e4fb" providerId="ADAL" clId="{62CD867D-6BEE-4B60-9E20-A85E77402079}" dt="2024-12-05T18:05:14.626" v="7" actId="1076"/>
          <ac:picMkLst>
            <pc:docMk/>
            <pc:sldMk cId="1422157871" sldId="4456"/>
            <ac:picMk id="10" creationId="{F9CD895F-9BCC-F591-94ED-D9ADAD400D5F}"/>
          </ac:picMkLst>
        </pc:picChg>
      </pc:sldChg>
      <pc:sldChg chg="modSp mod">
        <pc:chgData name="Ashok Kumar Parihar" userId="65b5a081-d818-4095-8832-e8fac2d6e4fb" providerId="ADAL" clId="{62CD867D-6BEE-4B60-9E20-A85E77402079}" dt="2024-12-05T18:04:17.474" v="6" actId="1076"/>
        <pc:sldMkLst>
          <pc:docMk/>
          <pc:sldMk cId="2179799810" sldId="4465"/>
        </pc:sldMkLst>
        <pc:picChg chg="mod">
          <ac:chgData name="Ashok Kumar Parihar" userId="65b5a081-d818-4095-8832-e8fac2d6e4fb" providerId="ADAL" clId="{62CD867D-6BEE-4B60-9E20-A85E77402079}" dt="2024-12-05T18:04:17.474" v="6" actId="1076"/>
          <ac:picMkLst>
            <pc:docMk/>
            <pc:sldMk cId="2179799810" sldId="4465"/>
            <ac:picMk id="2" creationId="{409FFCD9-4DF1-E388-2767-B1E7D69E81AC}"/>
          </ac:picMkLst>
        </pc:picChg>
      </pc:sldChg>
    </pc:docChg>
  </pc:docChgLst>
</pc:chgInfo>
</file>

<file path=ppt/comments/modernComment_1158_341FD562.xml><?xml version="1.0" encoding="utf-8"?>
<p188:cmLst xmlns:a="http://schemas.openxmlformats.org/drawingml/2006/main" xmlns:r="http://schemas.openxmlformats.org/officeDocument/2006/relationships" xmlns:p188="http://schemas.microsoft.com/office/powerpoint/2018/8/main">
  <p188:cm id="{D54555D4-1F21-4083-8A12-E2B317FE397F}" authorId="{C19A66F8-AB50-7973-DCE5-815B687ADEA8}" created="2024-12-04T15:11:00.639">
    <pc:sldMkLst xmlns:pc="http://schemas.microsoft.com/office/powerpoint/2013/main/command">
      <pc:docMk/>
      <pc:sldMk cId="874501474" sldId="4440"/>
    </pc:sldMkLst>
    <p188:txBody>
      <a:bodyPr/>
      <a:lstStyle/>
      <a:p>
        <a:r>
          <a:rPr lang="en-US"/>
          <a:t>Till here Abhijit</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CB19DC-0118-4302-B300-2E1612D25F2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8FCA518-F10D-4818-AEAA-39C82A2C8088}">
      <dgm:prSet custT="1"/>
      <dgm:spPr/>
      <dgm:t>
        <a:bodyPr/>
        <a:lstStyle/>
        <a:p>
          <a:pPr>
            <a:lnSpc>
              <a:spcPct val="100000"/>
            </a:lnSpc>
          </a:pPr>
          <a:r>
            <a:rPr lang="en-US" sz="2000">
              <a:latin typeface="Biome Light" panose="020B0303030204020804" pitchFamily="34" charset="0"/>
              <a:cs typeface="Biome Light" panose="020B0303030204020804" pitchFamily="34" charset="0"/>
            </a:rPr>
            <a:t>Increasing demand due to impact of e-commerce</a:t>
          </a:r>
        </a:p>
      </dgm:t>
    </dgm:pt>
    <dgm:pt modelId="{32EC0D40-95D5-4D85-90C7-1F692BE8E4E0}" type="parTrans" cxnId="{EDE000DD-5245-44CF-8423-EAB0E21B80D0}">
      <dgm:prSet/>
      <dgm:spPr/>
      <dgm:t>
        <a:bodyPr/>
        <a:lstStyle/>
        <a:p>
          <a:endParaRPr lang="en-US" sz="2000">
            <a:latin typeface="Biome Light" panose="020B0303030204020804" pitchFamily="34" charset="0"/>
            <a:cs typeface="Biome Light" panose="020B0303030204020804" pitchFamily="34" charset="0"/>
          </a:endParaRPr>
        </a:p>
      </dgm:t>
    </dgm:pt>
    <dgm:pt modelId="{AD58326F-4F2B-4008-BDC1-F58E782880D8}" type="sibTrans" cxnId="{EDE000DD-5245-44CF-8423-EAB0E21B80D0}">
      <dgm:prSet/>
      <dgm:spPr/>
      <dgm:t>
        <a:bodyPr/>
        <a:lstStyle/>
        <a:p>
          <a:endParaRPr lang="en-US" sz="2000">
            <a:latin typeface="Biome Light" panose="020B0303030204020804" pitchFamily="34" charset="0"/>
            <a:cs typeface="Biome Light" panose="020B0303030204020804" pitchFamily="34" charset="0"/>
          </a:endParaRPr>
        </a:p>
      </dgm:t>
    </dgm:pt>
    <dgm:pt modelId="{06439093-EE76-433C-96BD-DE7ED3238DF3}">
      <dgm:prSet custT="1"/>
      <dgm:spPr/>
      <dgm:t>
        <a:bodyPr/>
        <a:lstStyle/>
        <a:p>
          <a:pPr>
            <a:lnSpc>
              <a:spcPct val="100000"/>
            </a:lnSpc>
          </a:pPr>
          <a:r>
            <a:rPr lang="en-US" sz="2000">
              <a:latin typeface="Biome Light" panose="020B0303030204020804" pitchFamily="34" charset="0"/>
              <a:cs typeface="Biome Light" panose="020B0303030204020804" pitchFamily="34" charset="0"/>
            </a:rPr>
            <a:t>Increasing demand for quick delivery</a:t>
          </a:r>
        </a:p>
      </dgm:t>
    </dgm:pt>
    <dgm:pt modelId="{9C36F2E2-2A1A-476A-BA40-4AFB741CFA57}" type="parTrans" cxnId="{C52A91B1-F9C4-4A95-9488-BE644C6DD306}">
      <dgm:prSet/>
      <dgm:spPr/>
      <dgm:t>
        <a:bodyPr/>
        <a:lstStyle/>
        <a:p>
          <a:endParaRPr lang="en-US" sz="2000">
            <a:latin typeface="Biome Light" panose="020B0303030204020804" pitchFamily="34" charset="0"/>
            <a:cs typeface="Biome Light" panose="020B0303030204020804" pitchFamily="34" charset="0"/>
          </a:endParaRPr>
        </a:p>
      </dgm:t>
    </dgm:pt>
    <dgm:pt modelId="{7C5845F0-2B72-404B-9E74-C511E4522644}" type="sibTrans" cxnId="{C52A91B1-F9C4-4A95-9488-BE644C6DD306}">
      <dgm:prSet/>
      <dgm:spPr/>
      <dgm:t>
        <a:bodyPr/>
        <a:lstStyle/>
        <a:p>
          <a:endParaRPr lang="en-US" sz="2000">
            <a:latin typeface="Biome Light" panose="020B0303030204020804" pitchFamily="34" charset="0"/>
            <a:cs typeface="Biome Light" panose="020B0303030204020804" pitchFamily="34" charset="0"/>
          </a:endParaRPr>
        </a:p>
      </dgm:t>
    </dgm:pt>
    <dgm:pt modelId="{F5EEF497-8F46-41C5-9DE5-8619E65E1140}">
      <dgm:prSet custT="1"/>
      <dgm:spPr/>
      <dgm:t>
        <a:bodyPr/>
        <a:lstStyle/>
        <a:p>
          <a:pPr>
            <a:lnSpc>
              <a:spcPct val="100000"/>
            </a:lnSpc>
          </a:pPr>
          <a:r>
            <a:rPr lang="en-US" sz="2000">
              <a:latin typeface="Biome Light" panose="020B0303030204020804" pitchFamily="34" charset="0"/>
              <a:cs typeface="Biome Light" panose="020B0303030204020804" pitchFamily="34" charset="0"/>
            </a:rPr>
            <a:t>Lack of centralized data management.</a:t>
          </a:r>
        </a:p>
      </dgm:t>
    </dgm:pt>
    <dgm:pt modelId="{FE9A7424-94E3-48F3-B960-71F67ADC60D6}" type="parTrans" cxnId="{8F02AB01-CC30-4621-A265-ABED4EBA9525}">
      <dgm:prSet/>
      <dgm:spPr/>
      <dgm:t>
        <a:bodyPr/>
        <a:lstStyle/>
        <a:p>
          <a:endParaRPr lang="en-US" sz="2000">
            <a:latin typeface="Biome Light" panose="020B0303030204020804" pitchFamily="34" charset="0"/>
            <a:cs typeface="Biome Light" panose="020B0303030204020804" pitchFamily="34" charset="0"/>
          </a:endParaRPr>
        </a:p>
      </dgm:t>
    </dgm:pt>
    <dgm:pt modelId="{36198E01-6412-4CA1-ACC8-B19CEE673707}" type="sibTrans" cxnId="{8F02AB01-CC30-4621-A265-ABED4EBA9525}">
      <dgm:prSet/>
      <dgm:spPr/>
      <dgm:t>
        <a:bodyPr/>
        <a:lstStyle/>
        <a:p>
          <a:endParaRPr lang="en-US" sz="2000">
            <a:latin typeface="Biome Light" panose="020B0303030204020804" pitchFamily="34" charset="0"/>
            <a:cs typeface="Biome Light" panose="020B0303030204020804" pitchFamily="34" charset="0"/>
          </a:endParaRPr>
        </a:p>
      </dgm:t>
    </dgm:pt>
    <dgm:pt modelId="{5C2AE4FD-55B4-4834-B243-6D2EA8B0471C}">
      <dgm:prSet custT="1"/>
      <dgm:spPr/>
      <dgm:t>
        <a:bodyPr/>
        <a:lstStyle/>
        <a:p>
          <a:pPr>
            <a:lnSpc>
              <a:spcPct val="100000"/>
            </a:lnSpc>
          </a:pPr>
          <a:r>
            <a:rPr lang="en-US" sz="2000">
              <a:latin typeface="Biome Light" panose="020B0303030204020804" pitchFamily="34" charset="0"/>
              <a:cs typeface="Biome Light" panose="020B0303030204020804" pitchFamily="34" charset="0"/>
            </a:rPr>
            <a:t>Missing luggage</a:t>
          </a:r>
        </a:p>
      </dgm:t>
    </dgm:pt>
    <dgm:pt modelId="{86F3C9BB-CD16-4678-8677-35E3EF6A5788}" type="parTrans" cxnId="{8DCB6E9E-86D9-4828-A9F4-24AA93384359}">
      <dgm:prSet/>
      <dgm:spPr/>
      <dgm:t>
        <a:bodyPr/>
        <a:lstStyle/>
        <a:p>
          <a:endParaRPr lang="en-US" sz="2000">
            <a:latin typeface="Biome Light" panose="020B0303030204020804" pitchFamily="34" charset="0"/>
            <a:cs typeface="Biome Light" panose="020B0303030204020804" pitchFamily="34" charset="0"/>
          </a:endParaRPr>
        </a:p>
      </dgm:t>
    </dgm:pt>
    <dgm:pt modelId="{268A1516-BF6C-4030-B298-54F5D3C0D2A8}" type="sibTrans" cxnId="{8DCB6E9E-86D9-4828-A9F4-24AA93384359}">
      <dgm:prSet/>
      <dgm:spPr/>
      <dgm:t>
        <a:bodyPr/>
        <a:lstStyle/>
        <a:p>
          <a:endParaRPr lang="en-US" sz="2000">
            <a:latin typeface="Biome Light" panose="020B0303030204020804" pitchFamily="34" charset="0"/>
            <a:cs typeface="Biome Light" panose="020B0303030204020804" pitchFamily="34" charset="0"/>
          </a:endParaRPr>
        </a:p>
      </dgm:t>
    </dgm:pt>
    <dgm:pt modelId="{3C4CFBC1-9640-47D8-9042-3B539E3F259D}">
      <dgm:prSet custT="1"/>
      <dgm:spPr/>
      <dgm:t>
        <a:bodyPr/>
        <a:lstStyle/>
        <a:p>
          <a:pPr>
            <a:lnSpc>
              <a:spcPct val="100000"/>
            </a:lnSpc>
          </a:pPr>
          <a:r>
            <a:rPr lang="en-US" sz="2000">
              <a:latin typeface="Biome Light" panose="020B0303030204020804" pitchFamily="34" charset="0"/>
              <a:cs typeface="Biome Light" panose="020B0303030204020804" pitchFamily="34" charset="0"/>
            </a:rPr>
            <a:t>Inefficient tracking mechanisms.</a:t>
          </a:r>
        </a:p>
      </dgm:t>
    </dgm:pt>
    <dgm:pt modelId="{2A5B7A18-6C14-41A2-8EA1-2A1AEEAE2D21}" type="parTrans" cxnId="{6B053FF1-F435-49E4-9228-ED9B175BBF7E}">
      <dgm:prSet/>
      <dgm:spPr/>
      <dgm:t>
        <a:bodyPr/>
        <a:lstStyle/>
        <a:p>
          <a:endParaRPr lang="en-US" sz="2000">
            <a:latin typeface="Biome Light" panose="020B0303030204020804" pitchFamily="34" charset="0"/>
            <a:cs typeface="Biome Light" panose="020B0303030204020804" pitchFamily="34" charset="0"/>
          </a:endParaRPr>
        </a:p>
      </dgm:t>
    </dgm:pt>
    <dgm:pt modelId="{1E9C182D-85A6-4242-9081-90536BA2A53B}" type="sibTrans" cxnId="{6B053FF1-F435-49E4-9228-ED9B175BBF7E}">
      <dgm:prSet/>
      <dgm:spPr/>
      <dgm:t>
        <a:bodyPr/>
        <a:lstStyle/>
        <a:p>
          <a:endParaRPr lang="en-US" sz="2000">
            <a:latin typeface="Biome Light" panose="020B0303030204020804" pitchFamily="34" charset="0"/>
            <a:cs typeface="Biome Light" panose="020B0303030204020804" pitchFamily="34" charset="0"/>
          </a:endParaRPr>
        </a:p>
      </dgm:t>
    </dgm:pt>
    <dgm:pt modelId="{AA804CBC-F276-4D46-A1DB-E113D338C118}">
      <dgm:prSet custT="1"/>
      <dgm:spPr/>
      <dgm:t>
        <a:bodyPr/>
        <a:lstStyle/>
        <a:p>
          <a:pPr>
            <a:lnSpc>
              <a:spcPct val="100000"/>
            </a:lnSpc>
          </a:pPr>
          <a:r>
            <a:rPr lang="en-US" sz="2000">
              <a:latin typeface="Biome Light" panose="020B0303030204020804" pitchFamily="34" charset="0"/>
              <a:cs typeface="Biome Light" panose="020B0303030204020804" pitchFamily="34" charset="0"/>
            </a:rPr>
            <a:t>Challenges in decision-making due to limited insights.</a:t>
          </a:r>
        </a:p>
      </dgm:t>
    </dgm:pt>
    <dgm:pt modelId="{AFE91B1E-6CFD-401D-B9B3-589E5E0E6121}" type="parTrans" cxnId="{2A1AF556-5E92-4607-95D1-2712224A2C1B}">
      <dgm:prSet/>
      <dgm:spPr/>
      <dgm:t>
        <a:bodyPr/>
        <a:lstStyle/>
        <a:p>
          <a:endParaRPr lang="en-US" sz="2000">
            <a:latin typeface="Biome Light" panose="020B0303030204020804" pitchFamily="34" charset="0"/>
            <a:cs typeface="Biome Light" panose="020B0303030204020804" pitchFamily="34" charset="0"/>
          </a:endParaRPr>
        </a:p>
      </dgm:t>
    </dgm:pt>
    <dgm:pt modelId="{300A3A44-6946-48BB-B24A-BD35A3575E23}" type="sibTrans" cxnId="{2A1AF556-5E92-4607-95D1-2712224A2C1B}">
      <dgm:prSet/>
      <dgm:spPr/>
      <dgm:t>
        <a:bodyPr/>
        <a:lstStyle/>
        <a:p>
          <a:endParaRPr lang="en-US" sz="2000">
            <a:latin typeface="Biome Light" panose="020B0303030204020804" pitchFamily="34" charset="0"/>
            <a:cs typeface="Biome Light" panose="020B0303030204020804" pitchFamily="34" charset="0"/>
          </a:endParaRPr>
        </a:p>
      </dgm:t>
    </dgm:pt>
    <dgm:pt modelId="{10A492A2-60E0-40E1-B904-2C1C537CAF11}" type="pres">
      <dgm:prSet presAssocID="{FBCB19DC-0118-4302-B300-2E1612D25F2B}" presName="root" presStyleCnt="0">
        <dgm:presLayoutVars>
          <dgm:dir/>
          <dgm:resizeHandles val="exact"/>
        </dgm:presLayoutVars>
      </dgm:prSet>
      <dgm:spPr/>
    </dgm:pt>
    <dgm:pt modelId="{055468E9-38CA-460F-A960-89957E9DD020}" type="pres">
      <dgm:prSet presAssocID="{E8FCA518-F10D-4818-AEAA-39C82A2C8088}" presName="compNode" presStyleCnt="0"/>
      <dgm:spPr/>
    </dgm:pt>
    <dgm:pt modelId="{34FCA822-851D-4341-8E1B-7646B1F224F2}" type="pres">
      <dgm:prSet presAssocID="{E8FCA518-F10D-4818-AEAA-39C82A2C808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opping cart"/>
        </a:ext>
      </dgm:extLst>
    </dgm:pt>
    <dgm:pt modelId="{93B55F07-FF0F-4AE3-8228-271F2BC91AE7}" type="pres">
      <dgm:prSet presAssocID="{E8FCA518-F10D-4818-AEAA-39C82A2C8088}" presName="spaceRect" presStyleCnt="0"/>
      <dgm:spPr/>
    </dgm:pt>
    <dgm:pt modelId="{21F2EDD2-88C5-4889-B6EF-51F4FDF568FC}" type="pres">
      <dgm:prSet presAssocID="{E8FCA518-F10D-4818-AEAA-39C82A2C8088}" presName="textRect" presStyleLbl="revTx" presStyleIdx="0" presStyleCnt="6">
        <dgm:presLayoutVars>
          <dgm:chMax val="1"/>
          <dgm:chPref val="1"/>
        </dgm:presLayoutVars>
      </dgm:prSet>
      <dgm:spPr/>
    </dgm:pt>
    <dgm:pt modelId="{CA14EA22-3635-4782-8EAC-3869783DB36C}" type="pres">
      <dgm:prSet presAssocID="{AD58326F-4F2B-4008-BDC1-F58E782880D8}" presName="sibTrans" presStyleCnt="0"/>
      <dgm:spPr/>
    </dgm:pt>
    <dgm:pt modelId="{24E77103-59AE-4D5B-962C-D0D7A631E51A}" type="pres">
      <dgm:prSet presAssocID="{06439093-EE76-433C-96BD-DE7ED3238DF3}" presName="compNode" presStyleCnt="0"/>
      <dgm:spPr/>
    </dgm:pt>
    <dgm:pt modelId="{F3A190BC-5D58-4371-B1B4-71EFB1D4CAD2}" type="pres">
      <dgm:prSet presAssocID="{06439093-EE76-433C-96BD-DE7ED3238DF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ain"/>
        </a:ext>
      </dgm:extLst>
    </dgm:pt>
    <dgm:pt modelId="{0302F702-3ED2-4984-8433-BBB6C99716B0}" type="pres">
      <dgm:prSet presAssocID="{06439093-EE76-433C-96BD-DE7ED3238DF3}" presName="spaceRect" presStyleCnt="0"/>
      <dgm:spPr/>
    </dgm:pt>
    <dgm:pt modelId="{D92E9191-03B1-4621-99B2-BF6B2AED8C56}" type="pres">
      <dgm:prSet presAssocID="{06439093-EE76-433C-96BD-DE7ED3238DF3}" presName="textRect" presStyleLbl="revTx" presStyleIdx="1" presStyleCnt="6">
        <dgm:presLayoutVars>
          <dgm:chMax val="1"/>
          <dgm:chPref val="1"/>
        </dgm:presLayoutVars>
      </dgm:prSet>
      <dgm:spPr/>
    </dgm:pt>
    <dgm:pt modelId="{AB48C8A0-39B0-4175-BC6B-4244789823A1}" type="pres">
      <dgm:prSet presAssocID="{7C5845F0-2B72-404B-9E74-C511E4522644}" presName="sibTrans" presStyleCnt="0"/>
      <dgm:spPr/>
    </dgm:pt>
    <dgm:pt modelId="{F6138489-20AE-42A5-B31E-A75D1BD9D695}" type="pres">
      <dgm:prSet presAssocID="{F5EEF497-8F46-41C5-9DE5-8619E65E1140}" presName="compNode" presStyleCnt="0"/>
      <dgm:spPr/>
    </dgm:pt>
    <dgm:pt modelId="{81A9C192-AB70-48A0-9779-6D41C86E0802}" type="pres">
      <dgm:prSet presAssocID="{F5EEF497-8F46-41C5-9DE5-8619E65E114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B85F3CE3-1090-47FB-9B71-D28274853FF1}" type="pres">
      <dgm:prSet presAssocID="{F5EEF497-8F46-41C5-9DE5-8619E65E1140}" presName="spaceRect" presStyleCnt="0"/>
      <dgm:spPr/>
    </dgm:pt>
    <dgm:pt modelId="{C860091F-508B-4180-A50D-1BD95FD246C0}" type="pres">
      <dgm:prSet presAssocID="{F5EEF497-8F46-41C5-9DE5-8619E65E1140}" presName="textRect" presStyleLbl="revTx" presStyleIdx="2" presStyleCnt="6">
        <dgm:presLayoutVars>
          <dgm:chMax val="1"/>
          <dgm:chPref val="1"/>
        </dgm:presLayoutVars>
      </dgm:prSet>
      <dgm:spPr/>
    </dgm:pt>
    <dgm:pt modelId="{4D9A0836-AFCC-444F-92AA-2F168CEFADA9}" type="pres">
      <dgm:prSet presAssocID="{36198E01-6412-4CA1-ACC8-B19CEE673707}" presName="sibTrans" presStyleCnt="0"/>
      <dgm:spPr/>
    </dgm:pt>
    <dgm:pt modelId="{80857EDA-62B2-4D10-8634-E2F578379256}" type="pres">
      <dgm:prSet presAssocID="{5C2AE4FD-55B4-4834-B243-6D2EA8B0471C}" presName="compNode" presStyleCnt="0"/>
      <dgm:spPr/>
    </dgm:pt>
    <dgm:pt modelId="{25808176-B3E6-45F9-9632-9F17BB14F1C2}" type="pres">
      <dgm:prSet presAssocID="{5C2AE4FD-55B4-4834-B243-6D2EA8B0471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uitcase"/>
        </a:ext>
      </dgm:extLst>
    </dgm:pt>
    <dgm:pt modelId="{867B6D8D-7A0C-45EA-A68E-4F1DAD2B7239}" type="pres">
      <dgm:prSet presAssocID="{5C2AE4FD-55B4-4834-B243-6D2EA8B0471C}" presName="spaceRect" presStyleCnt="0"/>
      <dgm:spPr/>
    </dgm:pt>
    <dgm:pt modelId="{A093B060-DDDA-4FBD-AD98-913EB798D93A}" type="pres">
      <dgm:prSet presAssocID="{5C2AE4FD-55B4-4834-B243-6D2EA8B0471C}" presName="textRect" presStyleLbl="revTx" presStyleIdx="3" presStyleCnt="6">
        <dgm:presLayoutVars>
          <dgm:chMax val="1"/>
          <dgm:chPref val="1"/>
        </dgm:presLayoutVars>
      </dgm:prSet>
      <dgm:spPr/>
    </dgm:pt>
    <dgm:pt modelId="{1296B3BA-8F1D-4668-86A2-C9969994FF8C}" type="pres">
      <dgm:prSet presAssocID="{268A1516-BF6C-4030-B298-54F5D3C0D2A8}" presName="sibTrans" presStyleCnt="0"/>
      <dgm:spPr/>
    </dgm:pt>
    <dgm:pt modelId="{733F445C-2335-4507-849B-359FD959042D}" type="pres">
      <dgm:prSet presAssocID="{3C4CFBC1-9640-47D8-9042-3B539E3F259D}" presName="compNode" presStyleCnt="0"/>
      <dgm:spPr/>
    </dgm:pt>
    <dgm:pt modelId="{A087CD8D-D8A4-413A-BD83-78A5E5EAC022}" type="pres">
      <dgm:prSet presAssocID="{3C4CFBC1-9640-47D8-9042-3B539E3F259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isconnected"/>
        </a:ext>
      </dgm:extLst>
    </dgm:pt>
    <dgm:pt modelId="{DBD6118B-0044-420D-B8F5-B322DEB1A064}" type="pres">
      <dgm:prSet presAssocID="{3C4CFBC1-9640-47D8-9042-3B539E3F259D}" presName="spaceRect" presStyleCnt="0"/>
      <dgm:spPr/>
    </dgm:pt>
    <dgm:pt modelId="{221D1E7B-5B17-465A-9A99-CD1AEBD17432}" type="pres">
      <dgm:prSet presAssocID="{3C4CFBC1-9640-47D8-9042-3B539E3F259D}" presName="textRect" presStyleLbl="revTx" presStyleIdx="4" presStyleCnt="6">
        <dgm:presLayoutVars>
          <dgm:chMax val="1"/>
          <dgm:chPref val="1"/>
        </dgm:presLayoutVars>
      </dgm:prSet>
      <dgm:spPr/>
    </dgm:pt>
    <dgm:pt modelId="{1024C7ED-4381-4852-B645-499C3DCC5D20}" type="pres">
      <dgm:prSet presAssocID="{1E9C182D-85A6-4242-9081-90536BA2A53B}" presName="sibTrans" presStyleCnt="0"/>
      <dgm:spPr/>
    </dgm:pt>
    <dgm:pt modelId="{21EB1E2D-27D9-4930-B7DB-C09B2EB0C725}" type="pres">
      <dgm:prSet presAssocID="{AA804CBC-F276-4D46-A1DB-E113D338C118}" presName="compNode" presStyleCnt="0"/>
      <dgm:spPr/>
    </dgm:pt>
    <dgm:pt modelId="{92DE67A1-4314-432C-8666-C4ED0249FC1E}" type="pres">
      <dgm:prSet presAssocID="{AA804CBC-F276-4D46-A1DB-E113D338C11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Maze"/>
        </a:ext>
      </dgm:extLst>
    </dgm:pt>
    <dgm:pt modelId="{7A087C6F-5050-4930-AB44-65F6113942D7}" type="pres">
      <dgm:prSet presAssocID="{AA804CBC-F276-4D46-A1DB-E113D338C118}" presName="spaceRect" presStyleCnt="0"/>
      <dgm:spPr/>
    </dgm:pt>
    <dgm:pt modelId="{F86FE6A8-2DEE-4629-BB5A-2CBF60851B7B}" type="pres">
      <dgm:prSet presAssocID="{AA804CBC-F276-4D46-A1DB-E113D338C118}" presName="textRect" presStyleLbl="revTx" presStyleIdx="5" presStyleCnt="6">
        <dgm:presLayoutVars>
          <dgm:chMax val="1"/>
          <dgm:chPref val="1"/>
        </dgm:presLayoutVars>
      </dgm:prSet>
      <dgm:spPr/>
    </dgm:pt>
  </dgm:ptLst>
  <dgm:cxnLst>
    <dgm:cxn modelId="{8F02AB01-CC30-4621-A265-ABED4EBA9525}" srcId="{FBCB19DC-0118-4302-B300-2E1612D25F2B}" destId="{F5EEF497-8F46-41C5-9DE5-8619E65E1140}" srcOrd="2" destOrd="0" parTransId="{FE9A7424-94E3-48F3-B960-71F67ADC60D6}" sibTransId="{36198E01-6412-4CA1-ACC8-B19CEE673707}"/>
    <dgm:cxn modelId="{5506B209-1B19-4C3B-844B-C128A7D37C46}" type="presOf" srcId="{5C2AE4FD-55B4-4834-B243-6D2EA8B0471C}" destId="{A093B060-DDDA-4FBD-AD98-913EB798D93A}" srcOrd="0" destOrd="0" presId="urn:microsoft.com/office/officeart/2018/2/layout/IconLabelList"/>
    <dgm:cxn modelId="{2487FF3B-5758-41B3-AEA6-A82049386796}" type="presOf" srcId="{F5EEF497-8F46-41C5-9DE5-8619E65E1140}" destId="{C860091F-508B-4180-A50D-1BD95FD246C0}" srcOrd="0" destOrd="0" presId="urn:microsoft.com/office/officeart/2018/2/layout/IconLabelList"/>
    <dgm:cxn modelId="{8AB95F3C-2DC0-4F68-A1C9-0934AE5FCC12}" type="presOf" srcId="{06439093-EE76-433C-96BD-DE7ED3238DF3}" destId="{D92E9191-03B1-4621-99B2-BF6B2AED8C56}" srcOrd="0" destOrd="0" presId="urn:microsoft.com/office/officeart/2018/2/layout/IconLabelList"/>
    <dgm:cxn modelId="{09C95E63-D84B-48CF-814A-C594C7F68829}" type="presOf" srcId="{E8FCA518-F10D-4818-AEAA-39C82A2C8088}" destId="{21F2EDD2-88C5-4889-B6EF-51F4FDF568FC}" srcOrd="0" destOrd="0" presId="urn:microsoft.com/office/officeart/2018/2/layout/IconLabelList"/>
    <dgm:cxn modelId="{C349F572-8738-464A-B5AC-A23EDAB438E9}" type="presOf" srcId="{AA804CBC-F276-4D46-A1DB-E113D338C118}" destId="{F86FE6A8-2DEE-4629-BB5A-2CBF60851B7B}" srcOrd="0" destOrd="0" presId="urn:microsoft.com/office/officeart/2018/2/layout/IconLabelList"/>
    <dgm:cxn modelId="{2A1AF556-5E92-4607-95D1-2712224A2C1B}" srcId="{FBCB19DC-0118-4302-B300-2E1612D25F2B}" destId="{AA804CBC-F276-4D46-A1DB-E113D338C118}" srcOrd="5" destOrd="0" parTransId="{AFE91B1E-6CFD-401D-B9B3-589E5E0E6121}" sibTransId="{300A3A44-6946-48BB-B24A-BD35A3575E23}"/>
    <dgm:cxn modelId="{8DCB6E9E-86D9-4828-A9F4-24AA93384359}" srcId="{FBCB19DC-0118-4302-B300-2E1612D25F2B}" destId="{5C2AE4FD-55B4-4834-B243-6D2EA8B0471C}" srcOrd="3" destOrd="0" parTransId="{86F3C9BB-CD16-4678-8677-35E3EF6A5788}" sibTransId="{268A1516-BF6C-4030-B298-54F5D3C0D2A8}"/>
    <dgm:cxn modelId="{E471CFA5-55B3-4E42-AD4B-7914A865FFE3}" type="presOf" srcId="{3C4CFBC1-9640-47D8-9042-3B539E3F259D}" destId="{221D1E7B-5B17-465A-9A99-CD1AEBD17432}" srcOrd="0" destOrd="0" presId="urn:microsoft.com/office/officeart/2018/2/layout/IconLabelList"/>
    <dgm:cxn modelId="{C52A91B1-F9C4-4A95-9488-BE644C6DD306}" srcId="{FBCB19DC-0118-4302-B300-2E1612D25F2B}" destId="{06439093-EE76-433C-96BD-DE7ED3238DF3}" srcOrd="1" destOrd="0" parTransId="{9C36F2E2-2A1A-476A-BA40-4AFB741CFA57}" sibTransId="{7C5845F0-2B72-404B-9E74-C511E4522644}"/>
    <dgm:cxn modelId="{8DBD07DB-D2DF-42DC-85B8-49B03889BCEC}" type="presOf" srcId="{FBCB19DC-0118-4302-B300-2E1612D25F2B}" destId="{10A492A2-60E0-40E1-B904-2C1C537CAF11}" srcOrd="0" destOrd="0" presId="urn:microsoft.com/office/officeart/2018/2/layout/IconLabelList"/>
    <dgm:cxn modelId="{EDE000DD-5245-44CF-8423-EAB0E21B80D0}" srcId="{FBCB19DC-0118-4302-B300-2E1612D25F2B}" destId="{E8FCA518-F10D-4818-AEAA-39C82A2C8088}" srcOrd="0" destOrd="0" parTransId="{32EC0D40-95D5-4D85-90C7-1F692BE8E4E0}" sibTransId="{AD58326F-4F2B-4008-BDC1-F58E782880D8}"/>
    <dgm:cxn modelId="{6B053FF1-F435-49E4-9228-ED9B175BBF7E}" srcId="{FBCB19DC-0118-4302-B300-2E1612D25F2B}" destId="{3C4CFBC1-9640-47D8-9042-3B539E3F259D}" srcOrd="4" destOrd="0" parTransId="{2A5B7A18-6C14-41A2-8EA1-2A1AEEAE2D21}" sibTransId="{1E9C182D-85A6-4242-9081-90536BA2A53B}"/>
    <dgm:cxn modelId="{91BCC693-AC4C-4A91-B6D3-725B9C09B0CF}" type="presParOf" srcId="{10A492A2-60E0-40E1-B904-2C1C537CAF11}" destId="{055468E9-38CA-460F-A960-89957E9DD020}" srcOrd="0" destOrd="0" presId="urn:microsoft.com/office/officeart/2018/2/layout/IconLabelList"/>
    <dgm:cxn modelId="{04F319E0-73F5-46AC-A5C3-EE724A321DA4}" type="presParOf" srcId="{055468E9-38CA-460F-A960-89957E9DD020}" destId="{34FCA822-851D-4341-8E1B-7646B1F224F2}" srcOrd="0" destOrd="0" presId="urn:microsoft.com/office/officeart/2018/2/layout/IconLabelList"/>
    <dgm:cxn modelId="{AB01FC78-28B9-4C40-BDAC-032FDC4767FE}" type="presParOf" srcId="{055468E9-38CA-460F-A960-89957E9DD020}" destId="{93B55F07-FF0F-4AE3-8228-271F2BC91AE7}" srcOrd="1" destOrd="0" presId="urn:microsoft.com/office/officeart/2018/2/layout/IconLabelList"/>
    <dgm:cxn modelId="{60536D9D-3129-4542-B6E9-5634CDC9A6C3}" type="presParOf" srcId="{055468E9-38CA-460F-A960-89957E9DD020}" destId="{21F2EDD2-88C5-4889-B6EF-51F4FDF568FC}" srcOrd="2" destOrd="0" presId="urn:microsoft.com/office/officeart/2018/2/layout/IconLabelList"/>
    <dgm:cxn modelId="{50351D76-3B65-439B-B65E-2B3FDED50E6E}" type="presParOf" srcId="{10A492A2-60E0-40E1-B904-2C1C537CAF11}" destId="{CA14EA22-3635-4782-8EAC-3869783DB36C}" srcOrd="1" destOrd="0" presId="urn:microsoft.com/office/officeart/2018/2/layout/IconLabelList"/>
    <dgm:cxn modelId="{BB86FCBF-F132-4769-ADBA-F0BAAC307107}" type="presParOf" srcId="{10A492A2-60E0-40E1-B904-2C1C537CAF11}" destId="{24E77103-59AE-4D5B-962C-D0D7A631E51A}" srcOrd="2" destOrd="0" presId="urn:microsoft.com/office/officeart/2018/2/layout/IconLabelList"/>
    <dgm:cxn modelId="{5878EC22-DE20-4102-AA23-1331B3E19F2A}" type="presParOf" srcId="{24E77103-59AE-4D5B-962C-D0D7A631E51A}" destId="{F3A190BC-5D58-4371-B1B4-71EFB1D4CAD2}" srcOrd="0" destOrd="0" presId="urn:microsoft.com/office/officeart/2018/2/layout/IconLabelList"/>
    <dgm:cxn modelId="{6DF38D6B-D1D9-40C3-AC83-0F8650DA9063}" type="presParOf" srcId="{24E77103-59AE-4D5B-962C-D0D7A631E51A}" destId="{0302F702-3ED2-4984-8433-BBB6C99716B0}" srcOrd="1" destOrd="0" presId="urn:microsoft.com/office/officeart/2018/2/layout/IconLabelList"/>
    <dgm:cxn modelId="{AD7377A4-4055-49A6-B2EF-16382BFF4B64}" type="presParOf" srcId="{24E77103-59AE-4D5B-962C-D0D7A631E51A}" destId="{D92E9191-03B1-4621-99B2-BF6B2AED8C56}" srcOrd="2" destOrd="0" presId="urn:microsoft.com/office/officeart/2018/2/layout/IconLabelList"/>
    <dgm:cxn modelId="{077225ED-A386-4474-924F-AEFAE92395CB}" type="presParOf" srcId="{10A492A2-60E0-40E1-B904-2C1C537CAF11}" destId="{AB48C8A0-39B0-4175-BC6B-4244789823A1}" srcOrd="3" destOrd="0" presId="urn:microsoft.com/office/officeart/2018/2/layout/IconLabelList"/>
    <dgm:cxn modelId="{7F1C02BF-602E-4154-8860-98900E6CE915}" type="presParOf" srcId="{10A492A2-60E0-40E1-B904-2C1C537CAF11}" destId="{F6138489-20AE-42A5-B31E-A75D1BD9D695}" srcOrd="4" destOrd="0" presId="urn:microsoft.com/office/officeart/2018/2/layout/IconLabelList"/>
    <dgm:cxn modelId="{B3712340-FF9D-478E-B408-FCF88F865D78}" type="presParOf" srcId="{F6138489-20AE-42A5-B31E-A75D1BD9D695}" destId="{81A9C192-AB70-48A0-9779-6D41C86E0802}" srcOrd="0" destOrd="0" presId="urn:microsoft.com/office/officeart/2018/2/layout/IconLabelList"/>
    <dgm:cxn modelId="{82B5B77C-DE34-42C0-AAC6-0C82DBCC01FA}" type="presParOf" srcId="{F6138489-20AE-42A5-B31E-A75D1BD9D695}" destId="{B85F3CE3-1090-47FB-9B71-D28274853FF1}" srcOrd="1" destOrd="0" presId="urn:microsoft.com/office/officeart/2018/2/layout/IconLabelList"/>
    <dgm:cxn modelId="{C1873BF4-21BB-4614-AFC5-E21FF4DEF521}" type="presParOf" srcId="{F6138489-20AE-42A5-B31E-A75D1BD9D695}" destId="{C860091F-508B-4180-A50D-1BD95FD246C0}" srcOrd="2" destOrd="0" presId="urn:microsoft.com/office/officeart/2018/2/layout/IconLabelList"/>
    <dgm:cxn modelId="{66201FA9-FB1B-4356-9201-289AC5B2D2D5}" type="presParOf" srcId="{10A492A2-60E0-40E1-B904-2C1C537CAF11}" destId="{4D9A0836-AFCC-444F-92AA-2F168CEFADA9}" srcOrd="5" destOrd="0" presId="urn:microsoft.com/office/officeart/2018/2/layout/IconLabelList"/>
    <dgm:cxn modelId="{EC9C2F57-9A9A-488F-A8C0-3E3767AFD905}" type="presParOf" srcId="{10A492A2-60E0-40E1-B904-2C1C537CAF11}" destId="{80857EDA-62B2-4D10-8634-E2F578379256}" srcOrd="6" destOrd="0" presId="urn:microsoft.com/office/officeart/2018/2/layout/IconLabelList"/>
    <dgm:cxn modelId="{59804164-43C0-42CE-9600-AD1B7A5BEBF9}" type="presParOf" srcId="{80857EDA-62B2-4D10-8634-E2F578379256}" destId="{25808176-B3E6-45F9-9632-9F17BB14F1C2}" srcOrd="0" destOrd="0" presId="urn:microsoft.com/office/officeart/2018/2/layout/IconLabelList"/>
    <dgm:cxn modelId="{9B476DB2-E24B-45D3-9E73-606BD3FADEFB}" type="presParOf" srcId="{80857EDA-62B2-4D10-8634-E2F578379256}" destId="{867B6D8D-7A0C-45EA-A68E-4F1DAD2B7239}" srcOrd="1" destOrd="0" presId="urn:microsoft.com/office/officeart/2018/2/layout/IconLabelList"/>
    <dgm:cxn modelId="{06B3F659-E947-4186-9F8A-0FAF0498526B}" type="presParOf" srcId="{80857EDA-62B2-4D10-8634-E2F578379256}" destId="{A093B060-DDDA-4FBD-AD98-913EB798D93A}" srcOrd="2" destOrd="0" presId="urn:microsoft.com/office/officeart/2018/2/layout/IconLabelList"/>
    <dgm:cxn modelId="{89E625F7-600E-40DC-BE3B-07F2B67C8763}" type="presParOf" srcId="{10A492A2-60E0-40E1-B904-2C1C537CAF11}" destId="{1296B3BA-8F1D-4668-86A2-C9969994FF8C}" srcOrd="7" destOrd="0" presId="urn:microsoft.com/office/officeart/2018/2/layout/IconLabelList"/>
    <dgm:cxn modelId="{CA1BC062-F471-46B9-808A-C81DED1CF24D}" type="presParOf" srcId="{10A492A2-60E0-40E1-B904-2C1C537CAF11}" destId="{733F445C-2335-4507-849B-359FD959042D}" srcOrd="8" destOrd="0" presId="urn:microsoft.com/office/officeart/2018/2/layout/IconLabelList"/>
    <dgm:cxn modelId="{76529A73-348D-441B-85E4-90A2183CEB5E}" type="presParOf" srcId="{733F445C-2335-4507-849B-359FD959042D}" destId="{A087CD8D-D8A4-413A-BD83-78A5E5EAC022}" srcOrd="0" destOrd="0" presId="urn:microsoft.com/office/officeart/2018/2/layout/IconLabelList"/>
    <dgm:cxn modelId="{A71BA0D5-068D-4BD3-A5F7-BC801B96D393}" type="presParOf" srcId="{733F445C-2335-4507-849B-359FD959042D}" destId="{DBD6118B-0044-420D-B8F5-B322DEB1A064}" srcOrd="1" destOrd="0" presId="urn:microsoft.com/office/officeart/2018/2/layout/IconLabelList"/>
    <dgm:cxn modelId="{223E7D84-1130-4E75-A995-EAFBCFA8BF59}" type="presParOf" srcId="{733F445C-2335-4507-849B-359FD959042D}" destId="{221D1E7B-5B17-465A-9A99-CD1AEBD17432}" srcOrd="2" destOrd="0" presId="urn:microsoft.com/office/officeart/2018/2/layout/IconLabelList"/>
    <dgm:cxn modelId="{68BF009B-ED3E-4246-A245-38E7A6086575}" type="presParOf" srcId="{10A492A2-60E0-40E1-B904-2C1C537CAF11}" destId="{1024C7ED-4381-4852-B645-499C3DCC5D20}" srcOrd="9" destOrd="0" presId="urn:microsoft.com/office/officeart/2018/2/layout/IconLabelList"/>
    <dgm:cxn modelId="{BB1BE6AA-ABFD-4227-93E0-4657448DDD25}" type="presParOf" srcId="{10A492A2-60E0-40E1-B904-2C1C537CAF11}" destId="{21EB1E2D-27D9-4930-B7DB-C09B2EB0C725}" srcOrd="10" destOrd="0" presId="urn:microsoft.com/office/officeart/2018/2/layout/IconLabelList"/>
    <dgm:cxn modelId="{8B4FA2C0-7489-41D1-A178-862CA58FFB96}" type="presParOf" srcId="{21EB1E2D-27D9-4930-B7DB-C09B2EB0C725}" destId="{92DE67A1-4314-432C-8666-C4ED0249FC1E}" srcOrd="0" destOrd="0" presId="urn:microsoft.com/office/officeart/2018/2/layout/IconLabelList"/>
    <dgm:cxn modelId="{14E06B02-F89A-48D7-9461-2F4E8D45B37F}" type="presParOf" srcId="{21EB1E2D-27D9-4930-B7DB-C09B2EB0C725}" destId="{7A087C6F-5050-4930-AB44-65F6113942D7}" srcOrd="1" destOrd="0" presId="urn:microsoft.com/office/officeart/2018/2/layout/IconLabelList"/>
    <dgm:cxn modelId="{AFF95068-560E-4C27-B852-AB2A63F2E494}" type="presParOf" srcId="{21EB1E2D-27D9-4930-B7DB-C09B2EB0C725}" destId="{F86FE6A8-2DEE-4629-BB5A-2CBF60851B7B}" srcOrd="2" destOrd="0" presId="urn:microsoft.com/office/officeart/2018/2/layout/Icon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27391B-DAB6-45E4-A1EA-21DABABFC55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435E87D-42DA-47BF-B777-AE7B23F6B8EE}">
      <dgm:prSet/>
      <dgm:spPr/>
      <dgm:t>
        <a:bodyPr/>
        <a:lstStyle/>
        <a:p>
          <a:r>
            <a:rPr lang="en-US" b="1"/>
            <a:t>Why do we need Business Reports?</a:t>
          </a:r>
          <a:endParaRPr lang="en-US"/>
        </a:p>
      </dgm:t>
    </dgm:pt>
    <dgm:pt modelId="{99E434E0-4C25-4E9D-9145-F6DDED9246F2}" type="parTrans" cxnId="{8F7D9A01-3DF0-4B22-9D61-3C69AACEFC6F}">
      <dgm:prSet/>
      <dgm:spPr/>
      <dgm:t>
        <a:bodyPr/>
        <a:lstStyle/>
        <a:p>
          <a:endParaRPr lang="en-US"/>
        </a:p>
      </dgm:t>
    </dgm:pt>
    <dgm:pt modelId="{78C8E39F-67D1-4BCF-8E06-9DF8A97F37B8}" type="sibTrans" cxnId="{8F7D9A01-3DF0-4B22-9D61-3C69AACEFC6F}">
      <dgm:prSet/>
      <dgm:spPr/>
      <dgm:t>
        <a:bodyPr/>
        <a:lstStyle/>
        <a:p>
          <a:endParaRPr lang="en-US"/>
        </a:p>
      </dgm:t>
    </dgm:pt>
    <dgm:pt modelId="{FDFD78BF-A23F-47D0-8D95-61B86EAC884A}">
      <dgm:prSet/>
      <dgm:spPr/>
      <dgm:t>
        <a:bodyPr/>
        <a:lstStyle/>
        <a:p>
          <a:r>
            <a:rPr lang="en-US" b="1"/>
            <a:t>(1) Evaluate performance, whether it reaches business goals or not</a:t>
          </a:r>
          <a:endParaRPr lang="en-US"/>
        </a:p>
      </dgm:t>
    </dgm:pt>
    <dgm:pt modelId="{1705B638-7323-496C-B08A-A3E210ED443A}" type="parTrans" cxnId="{F5E2C0CF-2F4B-44F2-8DF3-2E5EC310B7B3}">
      <dgm:prSet/>
      <dgm:spPr/>
      <dgm:t>
        <a:bodyPr/>
        <a:lstStyle/>
        <a:p>
          <a:endParaRPr lang="en-US"/>
        </a:p>
      </dgm:t>
    </dgm:pt>
    <dgm:pt modelId="{BB58F0F1-29D0-42A0-8D93-6C869B0C4413}" type="sibTrans" cxnId="{F5E2C0CF-2F4B-44F2-8DF3-2E5EC310B7B3}">
      <dgm:prSet/>
      <dgm:spPr/>
      <dgm:t>
        <a:bodyPr/>
        <a:lstStyle/>
        <a:p>
          <a:endParaRPr lang="en-US"/>
        </a:p>
      </dgm:t>
    </dgm:pt>
    <dgm:pt modelId="{F41893BA-892A-4CF5-AC9A-A22B68A3DD72}">
      <dgm:prSet/>
      <dgm:spPr/>
      <dgm:t>
        <a:bodyPr/>
        <a:lstStyle/>
        <a:p>
          <a:r>
            <a:rPr lang="en-US" b="1"/>
            <a:t>(2) Future Decision Making.(provides a basic idea to implement a strategy)</a:t>
          </a:r>
          <a:endParaRPr lang="en-US"/>
        </a:p>
      </dgm:t>
    </dgm:pt>
    <dgm:pt modelId="{D57FE882-F920-49EC-A2CE-8373E20107DB}" type="parTrans" cxnId="{135C6C7C-54DC-4778-9EDE-B39E6EF6EAEA}">
      <dgm:prSet/>
      <dgm:spPr/>
      <dgm:t>
        <a:bodyPr/>
        <a:lstStyle/>
        <a:p>
          <a:endParaRPr lang="en-US"/>
        </a:p>
      </dgm:t>
    </dgm:pt>
    <dgm:pt modelId="{B28F6B9E-F326-42C8-B90B-33E1F8A58610}" type="sibTrans" cxnId="{135C6C7C-54DC-4778-9EDE-B39E6EF6EAEA}">
      <dgm:prSet/>
      <dgm:spPr/>
      <dgm:t>
        <a:bodyPr/>
        <a:lstStyle/>
        <a:p>
          <a:endParaRPr lang="en-US"/>
        </a:p>
      </dgm:t>
    </dgm:pt>
    <dgm:pt modelId="{9889D6E6-393D-4968-9C2A-F8BD586F41CD}">
      <dgm:prSet/>
      <dgm:spPr/>
      <dgm:t>
        <a:bodyPr/>
        <a:lstStyle/>
        <a:p>
          <a:r>
            <a:rPr lang="en-US" b="1"/>
            <a:t>(3) Provides Data Insights.(cost, time consumed ,and other variables)</a:t>
          </a:r>
          <a:endParaRPr lang="en-US"/>
        </a:p>
      </dgm:t>
    </dgm:pt>
    <dgm:pt modelId="{5B333EEE-4144-4C96-8F2E-774E03B375A1}" type="parTrans" cxnId="{4B354EF4-0A5C-4F24-85B7-3524D5875E8D}">
      <dgm:prSet/>
      <dgm:spPr/>
      <dgm:t>
        <a:bodyPr/>
        <a:lstStyle/>
        <a:p>
          <a:endParaRPr lang="en-US"/>
        </a:p>
      </dgm:t>
    </dgm:pt>
    <dgm:pt modelId="{4A7F7799-D82B-4A19-82B3-E0D98572B6A1}" type="sibTrans" cxnId="{4B354EF4-0A5C-4F24-85B7-3524D5875E8D}">
      <dgm:prSet/>
      <dgm:spPr/>
      <dgm:t>
        <a:bodyPr/>
        <a:lstStyle/>
        <a:p>
          <a:endParaRPr lang="en-US"/>
        </a:p>
      </dgm:t>
    </dgm:pt>
    <dgm:pt modelId="{6D551A1E-9968-4865-837F-3F48E1DCC860}" type="pres">
      <dgm:prSet presAssocID="{1927391B-DAB6-45E4-A1EA-21DABABFC55D}" presName="vert0" presStyleCnt="0">
        <dgm:presLayoutVars>
          <dgm:dir/>
          <dgm:animOne val="branch"/>
          <dgm:animLvl val="lvl"/>
        </dgm:presLayoutVars>
      </dgm:prSet>
      <dgm:spPr/>
    </dgm:pt>
    <dgm:pt modelId="{64E4C1B9-958D-4157-9092-1F16DB977648}" type="pres">
      <dgm:prSet presAssocID="{C435E87D-42DA-47BF-B777-AE7B23F6B8EE}" presName="thickLine" presStyleLbl="alignNode1" presStyleIdx="0" presStyleCnt="1"/>
      <dgm:spPr/>
    </dgm:pt>
    <dgm:pt modelId="{688E2CF2-C38D-4932-99BE-025CC683D487}" type="pres">
      <dgm:prSet presAssocID="{C435E87D-42DA-47BF-B777-AE7B23F6B8EE}" presName="horz1" presStyleCnt="0"/>
      <dgm:spPr/>
    </dgm:pt>
    <dgm:pt modelId="{6D0443D3-D76D-4DB4-9642-B14556F47ECC}" type="pres">
      <dgm:prSet presAssocID="{C435E87D-42DA-47BF-B777-AE7B23F6B8EE}" presName="tx1" presStyleLbl="revTx" presStyleIdx="0" presStyleCnt="4"/>
      <dgm:spPr/>
    </dgm:pt>
    <dgm:pt modelId="{B8738B82-38C5-49A3-8C79-004CE279199A}" type="pres">
      <dgm:prSet presAssocID="{C435E87D-42DA-47BF-B777-AE7B23F6B8EE}" presName="vert1" presStyleCnt="0"/>
      <dgm:spPr/>
    </dgm:pt>
    <dgm:pt modelId="{82DC95F9-BFE1-477E-853E-BE7AC04020B2}" type="pres">
      <dgm:prSet presAssocID="{FDFD78BF-A23F-47D0-8D95-61B86EAC884A}" presName="vertSpace2a" presStyleCnt="0"/>
      <dgm:spPr/>
    </dgm:pt>
    <dgm:pt modelId="{9F55AF88-075C-499B-BDDB-71D7214BDC1B}" type="pres">
      <dgm:prSet presAssocID="{FDFD78BF-A23F-47D0-8D95-61B86EAC884A}" presName="horz2" presStyleCnt="0"/>
      <dgm:spPr/>
    </dgm:pt>
    <dgm:pt modelId="{4F7E4D80-C96B-442C-93CF-DE5AFD2FC3D5}" type="pres">
      <dgm:prSet presAssocID="{FDFD78BF-A23F-47D0-8D95-61B86EAC884A}" presName="horzSpace2" presStyleCnt="0"/>
      <dgm:spPr/>
    </dgm:pt>
    <dgm:pt modelId="{CB5F2216-0D8A-49CC-864E-9A4FBDAD309F}" type="pres">
      <dgm:prSet presAssocID="{FDFD78BF-A23F-47D0-8D95-61B86EAC884A}" presName="tx2" presStyleLbl="revTx" presStyleIdx="1" presStyleCnt="4"/>
      <dgm:spPr/>
    </dgm:pt>
    <dgm:pt modelId="{26EDC479-5FA4-468D-98F3-E3F07C30C046}" type="pres">
      <dgm:prSet presAssocID="{FDFD78BF-A23F-47D0-8D95-61B86EAC884A}" presName="vert2" presStyleCnt="0"/>
      <dgm:spPr/>
    </dgm:pt>
    <dgm:pt modelId="{F1DFEE33-ACBC-41CF-8B0E-B35F591A0115}" type="pres">
      <dgm:prSet presAssocID="{FDFD78BF-A23F-47D0-8D95-61B86EAC884A}" presName="thinLine2b" presStyleLbl="callout" presStyleIdx="0" presStyleCnt="3"/>
      <dgm:spPr/>
    </dgm:pt>
    <dgm:pt modelId="{9D56907E-FE26-4C7C-AFA1-11C52CFF0FD1}" type="pres">
      <dgm:prSet presAssocID="{FDFD78BF-A23F-47D0-8D95-61B86EAC884A}" presName="vertSpace2b" presStyleCnt="0"/>
      <dgm:spPr/>
    </dgm:pt>
    <dgm:pt modelId="{0B02A5E3-91A0-4364-BED0-D9922E470082}" type="pres">
      <dgm:prSet presAssocID="{F41893BA-892A-4CF5-AC9A-A22B68A3DD72}" presName="horz2" presStyleCnt="0"/>
      <dgm:spPr/>
    </dgm:pt>
    <dgm:pt modelId="{8720CC53-8D1B-4484-8D22-5DE6A7608611}" type="pres">
      <dgm:prSet presAssocID="{F41893BA-892A-4CF5-AC9A-A22B68A3DD72}" presName="horzSpace2" presStyleCnt="0"/>
      <dgm:spPr/>
    </dgm:pt>
    <dgm:pt modelId="{BD6C5E41-D382-4BF5-9AB5-F4CD2BDFA163}" type="pres">
      <dgm:prSet presAssocID="{F41893BA-892A-4CF5-AC9A-A22B68A3DD72}" presName="tx2" presStyleLbl="revTx" presStyleIdx="2" presStyleCnt="4"/>
      <dgm:spPr/>
    </dgm:pt>
    <dgm:pt modelId="{8E846437-5E35-4EB1-B9D2-4CD49B2E83F7}" type="pres">
      <dgm:prSet presAssocID="{F41893BA-892A-4CF5-AC9A-A22B68A3DD72}" presName="vert2" presStyleCnt="0"/>
      <dgm:spPr/>
    </dgm:pt>
    <dgm:pt modelId="{E0D593F5-E6CB-4D79-BBCD-EA6D79F99EB7}" type="pres">
      <dgm:prSet presAssocID="{F41893BA-892A-4CF5-AC9A-A22B68A3DD72}" presName="thinLine2b" presStyleLbl="callout" presStyleIdx="1" presStyleCnt="3"/>
      <dgm:spPr/>
    </dgm:pt>
    <dgm:pt modelId="{A369AA05-22BA-45A1-9FDA-F8D8315574D9}" type="pres">
      <dgm:prSet presAssocID="{F41893BA-892A-4CF5-AC9A-A22B68A3DD72}" presName="vertSpace2b" presStyleCnt="0"/>
      <dgm:spPr/>
    </dgm:pt>
    <dgm:pt modelId="{9206A9C1-9A4D-4E09-867A-60158D689462}" type="pres">
      <dgm:prSet presAssocID="{9889D6E6-393D-4968-9C2A-F8BD586F41CD}" presName="horz2" presStyleCnt="0"/>
      <dgm:spPr/>
    </dgm:pt>
    <dgm:pt modelId="{32D0A880-A91B-4B51-8554-A79F05E65FF5}" type="pres">
      <dgm:prSet presAssocID="{9889D6E6-393D-4968-9C2A-F8BD586F41CD}" presName="horzSpace2" presStyleCnt="0"/>
      <dgm:spPr/>
    </dgm:pt>
    <dgm:pt modelId="{13366C07-EA64-4E8D-B3DC-9BE2437EB2A5}" type="pres">
      <dgm:prSet presAssocID="{9889D6E6-393D-4968-9C2A-F8BD586F41CD}" presName="tx2" presStyleLbl="revTx" presStyleIdx="3" presStyleCnt="4"/>
      <dgm:spPr/>
    </dgm:pt>
    <dgm:pt modelId="{3FFF5ED7-A43B-44A0-A710-5802AEB79EE6}" type="pres">
      <dgm:prSet presAssocID="{9889D6E6-393D-4968-9C2A-F8BD586F41CD}" presName="vert2" presStyleCnt="0"/>
      <dgm:spPr/>
    </dgm:pt>
    <dgm:pt modelId="{DAA4A95A-4F9E-4972-BB12-2C331DBBF4A1}" type="pres">
      <dgm:prSet presAssocID="{9889D6E6-393D-4968-9C2A-F8BD586F41CD}" presName="thinLine2b" presStyleLbl="callout" presStyleIdx="2" presStyleCnt="3"/>
      <dgm:spPr/>
    </dgm:pt>
    <dgm:pt modelId="{73D990F7-486A-40D3-9176-9DAB4418372F}" type="pres">
      <dgm:prSet presAssocID="{9889D6E6-393D-4968-9C2A-F8BD586F41CD}" presName="vertSpace2b" presStyleCnt="0"/>
      <dgm:spPr/>
    </dgm:pt>
  </dgm:ptLst>
  <dgm:cxnLst>
    <dgm:cxn modelId="{8F7D9A01-3DF0-4B22-9D61-3C69AACEFC6F}" srcId="{1927391B-DAB6-45E4-A1EA-21DABABFC55D}" destId="{C435E87D-42DA-47BF-B777-AE7B23F6B8EE}" srcOrd="0" destOrd="0" parTransId="{99E434E0-4C25-4E9D-9145-F6DDED9246F2}" sibTransId="{78C8E39F-67D1-4BCF-8E06-9DF8A97F37B8}"/>
    <dgm:cxn modelId="{2076296A-7C75-4AB3-B0D1-F8703EC674FA}" type="presOf" srcId="{F41893BA-892A-4CF5-AC9A-A22B68A3DD72}" destId="{BD6C5E41-D382-4BF5-9AB5-F4CD2BDFA163}" srcOrd="0" destOrd="0" presId="urn:microsoft.com/office/officeart/2008/layout/LinedList"/>
    <dgm:cxn modelId="{88541572-04B4-46CF-B073-8A3DFFEB68CA}" type="presOf" srcId="{9889D6E6-393D-4968-9C2A-F8BD586F41CD}" destId="{13366C07-EA64-4E8D-B3DC-9BE2437EB2A5}" srcOrd="0" destOrd="0" presId="urn:microsoft.com/office/officeart/2008/layout/LinedList"/>
    <dgm:cxn modelId="{135C6C7C-54DC-4778-9EDE-B39E6EF6EAEA}" srcId="{C435E87D-42DA-47BF-B777-AE7B23F6B8EE}" destId="{F41893BA-892A-4CF5-AC9A-A22B68A3DD72}" srcOrd="1" destOrd="0" parTransId="{D57FE882-F920-49EC-A2CE-8373E20107DB}" sibTransId="{B28F6B9E-F326-42C8-B90B-33E1F8A58610}"/>
    <dgm:cxn modelId="{AA670F82-5C5C-43A5-803E-94B4AD2509A2}" type="presOf" srcId="{FDFD78BF-A23F-47D0-8D95-61B86EAC884A}" destId="{CB5F2216-0D8A-49CC-864E-9A4FBDAD309F}" srcOrd="0" destOrd="0" presId="urn:microsoft.com/office/officeart/2008/layout/LinedList"/>
    <dgm:cxn modelId="{31460AA4-344E-4964-8B8B-9C528CE955C2}" type="presOf" srcId="{1927391B-DAB6-45E4-A1EA-21DABABFC55D}" destId="{6D551A1E-9968-4865-837F-3F48E1DCC860}" srcOrd="0" destOrd="0" presId="urn:microsoft.com/office/officeart/2008/layout/LinedList"/>
    <dgm:cxn modelId="{430E87B7-32CB-47B0-BCF6-2288F967485D}" type="presOf" srcId="{C435E87D-42DA-47BF-B777-AE7B23F6B8EE}" destId="{6D0443D3-D76D-4DB4-9642-B14556F47ECC}" srcOrd="0" destOrd="0" presId="urn:microsoft.com/office/officeart/2008/layout/LinedList"/>
    <dgm:cxn modelId="{F5E2C0CF-2F4B-44F2-8DF3-2E5EC310B7B3}" srcId="{C435E87D-42DA-47BF-B777-AE7B23F6B8EE}" destId="{FDFD78BF-A23F-47D0-8D95-61B86EAC884A}" srcOrd="0" destOrd="0" parTransId="{1705B638-7323-496C-B08A-A3E210ED443A}" sibTransId="{BB58F0F1-29D0-42A0-8D93-6C869B0C4413}"/>
    <dgm:cxn modelId="{4B354EF4-0A5C-4F24-85B7-3524D5875E8D}" srcId="{C435E87D-42DA-47BF-B777-AE7B23F6B8EE}" destId="{9889D6E6-393D-4968-9C2A-F8BD586F41CD}" srcOrd="2" destOrd="0" parTransId="{5B333EEE-4144-4C96-8F2E-774E03B375A1}" sibTransId="{4A7F7799-D82B-4A19-82B3-E0D98572B6A1}"/>
    <dgm:cxn modelId="{F7C37E4A-28FE-4678-BC95-0F4606056F5D}" type="presParOf" srcId="{6D551A1E-9968-4865-837F-3F48E1DCC860}" destId="{64E4C1B9-958D-4157-9092-1F16DB977648}" srcOrd="0" destOrd="0" presId="urn:microsoft.com/office/officeart/2008/layout/LinedList"/>
    <dgm:cxn modelId="{6E809C75-A658-4E90-98F8-78144B76CA4A}" type="presParOf" srcId="{6D551A1E-9968-4865-837F-3F48E1DCC860}" destId="{688E2CF2-C38D-4932-99BE-025CC683D487}" srcOrd="1" destOrd="0" presId="urn:microsoft.com/office/officeart/2008/layout/LinedList"/>
    <dgm:cxn modelId="{E907CB2F-C1DC-4D3D-ACD2-FF280B6005A8}" type="presParOf" srcId="{688E2CF2-C38D-4932-99BE-025CC683D487}" destId="{6D0443D3-D76D-4DB4-9642-B14556F47ECC}" srcOrd="0" destOrd="0" presId="urn:microsoft.com/office/officeart/2008/layout/LinedList"/>
    <dgm:cxn modelId="{DFC904B9-BDEF-4AA5-B019-7430974F713B}" type="presParOf" srcId="{688E2CF2-C38D-4932-99BE-025CC683D487}" destId="{B8738B82-38C5-49A3-8C79-004CE279199A}" srcOrd="1" destOrd="0" presId="urn:microsoft.com/office/officeart/2008/layout/LinedList"/>
    <dgm:cxn modelId="{6EA4572E-2737-4A7A-B16F-9E2530D5A18E}" type="presParOf" srcId="{B8738B82-38C5-49A3-8C79-004CE279199A}" destId="{82DC95F9-BFE1-477E-853E-BE7AC04020B2}" srcOrd="0" destOrd="0" presId="urn:microsoft.com/office/officeart/2008/layout/LinedList"/>
    <dgm:cxn modelId="{33E8C882-EB89-4738-B002-4D5E35516AB6}" type="presParOf" srcId="{B8738B82-38C5-49A3-8C79-004CE279199A}" destId="{9F55AF88-075C-499B-BDDB-71D7214BDC1B}" srcOrd="1" destOrd="0" presId="urn:microsoft.com/office/officeart/2008/layout/LinedList"/>
    <dgm:cxn modelId="{74CFA442-7986-43DD-8D47-6BF9796C27D2}" type="presParOf" srcId="{9F55AF88-075C-499B-BDDB-71D7214BDC1B}" destId="{4F7E4D80-C96B-442C-93CF-DE5AFD2FC3D5}" srcOrd="0" destOrd="0" presId="urn:microsoft.com/office/officeart/2008/layout/LinedList"/>
    <dgm:cxn modelId="{86CF1A50-2462-47B5-82AB-F0D2959EF95A}" type="presParOf" srcId="{9F55AF88-075C-499B-BDDB-71D7214BDC1B}" destId="{CB5F2216-0D8A-49CC-864E-9A4FBDAD309F}" srcOrd="1" destOrd="0" presId="urn:microsoft.com/office/officeart/2008/layout/LinedList"/>
    <dgm:cxn modelId="{70F44472-54CB-4B2F-84C2-AFD7324A73DA}" type="presParOf" srcId="{9F55AF88-075C-499B-BDDB-71D7214BDC1B}" destId="{26EDC479-5FA4-468D-98F3-E3F07C30C046}" srcOrd="2" destOrd="0" presId="urn:microsoft.com/office/officeart/2008/layout/LinedList"/>
    <dgm:cxn modelId="{A996B0EE-E209-4335-A453-B8A9582ED321}" type="presParOf" srcId="{B8738B82-38C5-49A3-8C79-004CE279199A}" destId="{F1DFEE33-ACBC-41CF-8B0E-B35F591A0115}" srcOrd="2" destOrd="0" presId="urn:microsoft.com/office/officeart/2008/layout/LinedList"/>
    <dgm:cxn modelId="{2DD720E9-7B4B-45B1-B54E-83519F61EF97}" type="presParOf" srcId="{B8738B82-38C5-49A3-8C79-004CE279199A}" destId="{9D56907E-FE26-4C7C-AFA1-11C52CFF0FD1}" srcOrd="3" destOrd="0" presId="urn:microsoft.com/office/officeart/2008/layout/LinedList"/>
    <dgm:cxn modelId="{F28ADA2A-E663-4CA5-B853-CF10773449A8}" type="presParOf" srcId="{B8738B82-38C5-49A3-8C79-004CE279199A}" destId="{0B02A5E3-91A0-4364-BED0-D9922E470082}" srcOrd="4" destOrd="0" presId="urn:microsoft.com/office/officeart/2008/layout/LinedList"/>
    <dgm:cxn modelId="{682DF2DC-4AAC-4B9C-BEB4-4A6967033399}" type="presParOf" srcId="{0B02A5E3-91A0-4364-BED0-D9922E470082}" destId="{8720CC53-8D1B-4484-8D22-5DE6A7608611}" srcOrd="0" destOrd="0" presId="urn:microsoft.com/office/officeart/2008/layout/LinedList"/>
    <dgm:cxn modelId="{4836270A-A770-48B7-946C-D3FF6E9B1726}" type="presParOf" srcId="{0B02A5E3-91A0-4364-BED0-D9922E470082}" destId="{BD6C5E41-D382-4BF5-9AB5-F4CD2BDFA163}" srcOrd="1" destOrd="0" presId="urn:microsoft.com/office/officeart/2008/layout/LinedList"/>
    <dgm:cxn modelId="{D11DFB37-61E0-463A-82D1-7F272845D3F1}" type="presParOf" srcId="{0B02A5E3-91A0-4364-BED0-D9922E470082}" destId="{8E846437-5E35-4EB1-B9D2-4CD49B2E83F7}" srcOrd="2" destOrd="0" presId="urn:microsoft.com/office/officeart/2008/layout/LinedList"/>
    <dgm:cxn modelId="{76FFAB2F-A549-4059-B80A-3655585A3854}" type="presParOf" srcId="{B8738B82-38C5-49A3-8C79-004CE279199A}" destId="{E0D593F5-E6CB-4D79-BBCD-EA6D79F99EB7}" srcOrd="5" destOrd="0" presId="urn:microsoft.com/office/officeart/2008/layout/LinedList"/>
    <dgm:cxn modelId="{F4C38B17-F64B-492F-ABC0-7663A7F54F79}" type="presParOf" srcId="{B8738B82-38C5-49A3-8C79-004CE279199A}" destId="{A369AA05-22BA-45A1-9FDA-F8D8315574D9}" srcOrd="6" destOrd="0" presId="urn:microsoft.com/office/officeart/2008/layout/LinedList"/>
    <dgm:cxn modelId="{F475943D-28C5-4D7E-B449-601F28FFD0EC}" type="presParOf" srcId="{B8738B82-38C5-49A3-8C79-004CE279199A}" destId="{9206A9C1-9A4D-4E09-867A-60158D689462}" srcOrd="7" destOrd="0" presId="urn:microsoft.com/office/officeart/2008/layout/LinedList"/>
    <dgm:cxn modelId="{B9A25326-BA5C-4963-BC21-0A3AE9AACE7F}" type="presParOf" srcId="{9206A9C1-9A4D-4E09-867A-60158D689462}" destId="{32D0A880-A91B-4B51-8554-A79F05E65FF5}" srcOrd="0" destOrd="0" presId="urn:microsoft.com/office/officeart/2008/layout/LinedList"/>
    <dgm:cxn modelId="{8DD23F03-0BB6-4045-9CBA-F2B6334C8EA9}" type="presParOf" srcId="{9206A9C1-9A4D-4E09-867A-60158D689462}" destId="{13366C07-EA64-4E8D-B3DC-9BE2437EB2A5}" srcOrd="1" destOrd="0" presId="urn:microsoft.com/office/officeart/2008/layout/LinedList"/>
    <dgm:cxn modelId="{050CC4A1-52DA-47A7-84E8-CFF9AAD1D9FF}" type="presParOf" srcId="{9206A9C1-9A4D-4E09-867A-60158D689462}" destId="{3FFF5ED7-A43B-44A0-A710-5802AEB79EE6}" srcOrd="2" destOrd="0" presId="urn:microsoft.com/office/officeart/2008/layout/LinedList"/>
    <dgm:cxn modelId="{7B6F7D9F-76CD-4CF1-8703-8ACAD69D79BE}" type="presParOf" srcId="{B8738B82-38C5-49A3-8C79-004CE279199A}" destId="{DAA4A95A-4F9E-4972-BB12-2C331DBBF4A1}" srcOrd="8" destOrd="0" presId="urn:microsoft.com/office/officeart/2008/layout/LinedList"/>
    <dgm:cxn modelId="{8FE2EEB6-8B88-40A4-A513-F7B0617F139A}" type="presParOf" srcId="{B8738B82-38C5-49A3-8C79-004CE279199A}" destId="{73D990F7-486A-40D3-9176-9DAB4418372F}"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CA822-851D-4341-8E1B-7646B1F224F2}">
      <dsp:nvSpPr>
        <dsp:cNvPr id="0" name=""/>
        <dsp:cNvSpPr/>
      </dsp:nvSpPr>
      <dsp:spPr>
        <a:xfrm>
          <a:off x="2272078" y="812718"/>
          <a:ext cx="1255280" cy="12552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F2EDD2-88C5-4889-B6EF-51F4FDF568FC}">
      <dsp:nvSpPr>
        <dsp:cNvPr id="0" name=""/>
        <dsp:cNvSpPr/>
      </dsp:nvSpPr>
      <dsp:spPr>
        <a:xfrm>
          <a:off x="1504963" y="2529479"/>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Increasing demand due to impact of e-commerce</a:t>
          </a:r>
        </a:p>
      </dsp:txBody>
      <dsp:txXfrm>
        <a:off x="1504963" y="2529479"/>
        <a:ext cx="2789511" cy="967500"/>
      </dsp:txXfrm>
    </dsp:sp>
    <dsp:sp modelId="{F3A190BC-5D58-4371-B1B4-71EFB1D4CAD2}">
      <dsp:nvSpPr>
        <dsp:cNvPr id="0" name=""/>
        <dsp:cNvSpPr/>
      </dsp:nvSpPr>
      <dsp:spPr>
        <a:xfrm>
          <a:off x="5549754" y="812718"/>
          <a:ext cx="1255280" cy="12552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2E9191-03B1-4621-99B2-BF6B2AED8C56}">
      <dsp:nvSpPr>
        <dsp:cNvPr id="0" name=""/>
        <dsp:cNvSpPr/>
      </dsp:nvSpPr>
      <dsp:spPr>
        <a:xfrm>
          <a:off x="4782639" y="2529479"/>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Increasing demand for quick delivery</a:t>
          </a:r>
        </a:p>
      </dsp:txBody>
      <dsp:txXfrm>
        <a:off x="4782639" y="2529479"/>
        <a:ext cx="2789511" cy="967500"/>
      </dsp:txXfrm>
    </dsp:sp>
    <dsp:sp modelId="{81A9C192-AB70-48A0-9779-6D41C86E0802}">
      <dsp:nvSpPr>
        <dsp:cNvPr id="0" name=""/>
        <dsp:cNvSpPr/>
      </dsp:nvSpPr>
      <dsp:spPr>
        <a:xfrm>
          <a:off x="8827430" y="812718"/>
          <a:ext cx="1255280" cy="12552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60091F-508B-4180-A50D-1BD95FD246C0}">
      <dsp:nvSpPr>
        <dsp:cNvPr id="0" name=""/>
        <dsp:cNvSpPr/>
      </dsp:nvSpPr>
      <dsp:spPr>
        <a:xfrm>
          <a:off x="8060315" y="2529479"/>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Lack of centralized data management.</a:t>
          </a:r>
        </a:p>
      </dsp:txBody>
      <dsp:txXfrm>
        <a:off x="8060315" y="2529479"/>
        <a:ext cx="2789511" cy="967500"/>
      </dsp:txXfrm>
    </dsp:sp>
    <dsp:sp modelId="{25808176-B3E6-45F9-9632-9F17BB14F1C2}">
      <dsp:nvSpPr>
        <dsp:cNvPr id="0" name=""/>
        <dsp:cNvSpPr/>
      </dsp:nvSpPr>
      <dsp:spPr>
        <a:xfrm>
          <a:off x="2272078" y="4194356"/>
          <a:ext cx="1255280" cy="12552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93B060-DDDA-4FBD-AD98-913EB798D93A}">
      <dsp:nvSpPr>
        <dsp:cNvPr id="0" name=""/>
        <dsp:cNvSpPr/>
      </dsp:nvSpPr>
      <dsp:spPr>
        <a:xfrm>
          <a:off x="1504963" y="5911117"/>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Missing luggage</a:t>
          </a:r>
        </a:p>
      </dsp:txBody>
      <dsp:txXfrm>
        <a:off x="1504963" y="5911117"/>
        <a:ext cx="2789511" cy="967500"/>
      </dsp:txXfrm>
    </dsp:sp>
    <dsp:sp modelId="{A087CD8D-D8A4-413A-BD83-78A5E5EAC022}">
      <dsp:nvSpPr>
        <dsp:cNvPr id="0" name=""/>
        <dsp:cNvSpPr/>
      </dsp:nvSpPr>
      <dsp:spPr>
        <a:xfrm>
          <a:off x="5549754" y="4194356"/>
          <a:ext cx="1255280" cy="125528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1D1E7B-5B17-465A-9A99-CD1AEBD17432}">
      <dsp:nvSpPr>
        <dsp:cNvPr id="0" name=""/>
        <dsp:cNvSpPr/>
      </dsp:nvSpPr>
      <dsp:spPr>
        <a:xfrm>
          <a:off x="4782639" y="5911117"/>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Inefficient tracking mechanisms.</a:t>
          </a:r>
        </a:p>
      </dsp:txBody>
      <dsp:txXfrm>
        <a:off x="4782639" y="5911117"/>
        <a:ext cx="2789511" cy="967500"/>
      </dsp:txXfrm>
    </dsp:sp>
    <dsp:sp modelId="{92DE67A1-4314-432C-8666-C4ED0249FC1E}">
      <dsp:nvSpPr>
        <dsp:cNvPr id="0" name=""/>
        <dsp:cNvSpPr/>
      </dsp:nvSpPr>
      <dsp:spPr>
        <a:xfrm>
          <a:off x="8827430" y="4194356"/>
          <a:ext cx="1255280" cy="125528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6FE6A8-2DEE-4629-BB5A-2CBF60851B7B}">
      <dsp:nvSpPr>
        <dsp:cNvPr id="0" name=""/>
        <dsp:cNvSpPr/>
      </dsp:nvSpPr>
      <dsp:spPr>
        <a:xfrm>
          <a:off x="8060315" y="5911117"/>
          <a:ext cx="2789511"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latin typeface="Biome Light" panose="020B0303030204020804" pitchFamily="34" charset="0"/>
              <a:cs typeface="Biome Light" panose="020B0303030204020804" pitchFamily="34" charset="0"/>
            </a:rPr>
            <a:t>Challenges in decision-making due to limited insights.</a:t>
          </a:r>
        </a:p>
      </dsp:txBody>
      <dsp:txXfrm>
        <a:off x="8060315" y="5911117"/>
        <a:ext cx="2789511" cy="96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E4C1B9-958D-4157-9092-1F16DB977648}">
      <dsp:nvSpPr>
        <dsp:cNvPr id="0" name=""/>
        <dsp:cNvSpPr/>
      </dsp:nvSpPr>
      <dsp:spPr>
        <a:xfrm>
          <a:off x="0" y="0"/>
          <a:ext cx="2191750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0443D3-D76D-4DB4-9642-B14556F47ECC}">
      <dsp:nvSpPr>
        <dsp:cNvPr id="0" name=""/>
        <dsp:cNvSpPr/>
      </dsp:nvSpPr>
      <dsp:spPr>
        <a:xfrm>
          <a:off x="0" y="0"/>
          <a:ext cx="4383501" cy="5016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930" tIns="201930" rIns="201930" bIns="201930" numCol="1" spcCol="1270" anchor="t" anchorCtr="0">
          <a:noAutofit/>
        </a:bodyPr>
        <a:lstStyle/>
        <a:p>
          <a:pPr marL="0" lvl="0" indent="0" algn="l" defTabSz="2355850">
            <a:lnSpc>
              <a:spcPct val="90000"/>
            </a:lnSpc>
            <a:spcBef>
              <a:spcPct val="0"/>
            </a:spcBef>
            <a:spcAft>
              <a:spcPct val="35000"/>
            </a:spcAft>
            <a:buNone/>
          </a:pPr>
          <a:r>
            <a:rPr lang="en-US" sz="5300" b="1" kern="1200"/>
            <a:t>Why do we need Business Reports?</a:t>
          </a:r>
          <a:endParaRPr lang="en-US" sz="5300" kern="1200"/>
        </a:p>
      </dsp:txBody>
      <dsp:txXfrm>
        <a:off x="0" y="0"/>
        <a:ext cx="4383501" cy="5016757"/>
      </dsp:txXfrm>
    </dsp:sp>
    <dsp:sp modelId="{CB5F2216-0D8A-49CC-864E-9A4FBDAD309F}">
      <dsp:nvSpPr>
        <dsp:cNvPr id="0" name=""/>
        <dsp:cNvSpPr/>
      </dsp:nvSpPr>
      <dsp:spPr>
        <a:xfrm>
          <a:off x="4712263" y="78386"/>
          <a:ext cx="17205241" cy="156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b="1" kern="1200"/>
            <a:t>(1) Evaluate performance, whether it reaches business goals or not</a:t>
          </a:r>
          <a:endParaRPr lang="en-US" sz="4400" kern="1200"/>
        </a:p>
      </dsp:txBody>
      <dsp:txXfrm>
        <a:off x="4712263" y="78386"/>
        <a:ext cx="17205241" cy="1567736"/>
      </dsp:txXfrm>
    </dsp:sp>
    <dsp:sp modelId="{F1DFEE33-ACBC-41CF-8B0E-B35F591A0115}">
      <dsp:nvSpPr>
        <dsp:cNvPr id="0" name=""/>
        <dsp:cNvSpPr/>
      </dsp:nvSpPr>
      <dsp:spPr>
        <a:xfrm>
          <a:off x="4383501" y="1646123"/>
          <a:ext cx="175340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6C5E41-D382-4BF5-9AB5-F4CD2BDFA163}">
      <dsp:nvSpPr>
        <dsp:cNvPr id="0" name=""/>
        <dsp:cNvSpPr/>
      </dsp:nvSpPr>
      <dsp:spPr>
        <a:xfrm>
          <a:off x="4712263" y="1724510"/>
          <a:ext cx="17205241" cy="156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b="1" kern="1200"/>
            <a:t>(2) Future Decision Making.(provides a basic idea to implement a strategy)</a:t>
          </a:r>
          <a:endParaRPr lang="en-US" sz="4400" kern="1200"/>
        </a:p>
      </dsp:txBody>
      <dsp:txXfrm>
        <a:off x="4712263" y="1724510"/>
        <a:ext cx="17205241" cy="1567736"/>
      </dsp:txXfrm>
    </dsp:sp>
    <dsp:sp modelId="{E0D593F5-E6CB-4D79-BBCD-EA6D79F99EB7}">
      <dsp:nvSpPr>
        <dsp:cNvPr id="0" name=""/>
        <dsp:cNvSpPr/>
      </dsp:nvSpPr>
      <dsp:spPr>
        <a:xfrm>
          <a:off x="4383501" y="3292247"/>
          <a:ext cx="175340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366C07-EA64-4E8D-B3DC-9BE2437EB2A5}">
      <dsp:nvSpPr>
        <dsp:cNvPr id="0" name=""/>
        <dsp:cNvSpPr/>
      </dsp:nvSpPr>
      <dsp:spPr>
        <a:xfrm>
          <a:off x="4712263" y="3370634"/>
          <a:ext cx="17205241" cy="1567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b="1" kern="1200"/>
            <a:t>(3) Provides Data Insights.(cost, time consumed ,and other variables)</a:t>
          </a:r>
          <a:endParaRPr lang="en-US" sz="4400" kern="1200"/>
        </a:p>
      </dsp:txBody>
      <dsp:txXfrm>
        <a:off x="4712263" y="3370634"/>
        <a:ext cx="17205241" cy="1567736"/>
      </dsp:txXfrm>
    </dsp:sp>
    <dsp:sp modelId="{DAA4A95A-4F9E-4972-BB12-2C331DBBF4A1}">
      <dsp:nvSpPr>
        <dsp:cNvPr id="0" name=""/>
        <dsp:cNvSpPr/>
      </dsp:nvSpPr>
      <dsp:spPr>
        <a:xfrm>
          <a:off x="4383501" y="4938371"/>
          <a:ext cx="175340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Montserrat Light"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Montserrat Light" charset="0"/>
              </a:defRPr>
            </a:lvl1pPr>
          </a:lstStyle>
          <a:p>
            <a:fld id="{EFC10EE1-B198-C942-8235-326C972CBB30}" type="datetimeFigureOut">
              <a:rPr lang="en-US" smtClean="0"/>
              <a:pPr/>
              <a:t>12/5/2024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Montserrat Light"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Montserrat Light" charset="0"/>
              </a:defRPr>
            </a:lvl1pPr>
          </a:lstStyle>
          <a:p>
            <a:fld id="{006BE02D-20C0-F840-AFAC-BEA99C74FDC2}" type="slidenum">
              <a:rPr lang="en-US" smtClean="0"/>
              <a:pPr/>
              <a:t>‹#›</a:t>
            </a:fld>
            <a:endParaRPr lang="en-US"/>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b="0" i="0" kern="1200">
        <a:solidFill>
          <a:schemeClr val="tx1"/>
        </a:solidFill>
        <a:latin typeface="Montserrat Light" charset="0"/>
        <a:ea typeface="+mn-ea"/>
        <a:cs typeface="+mn-cs"/>
      </a:defRPr>
    </a:lvl1pPr>
    <a:lvl2pPr marL="914217" algn="l" defTabSz="914217" rtl="0" eaLnBrk="1" latinLnBrk="0" hangingPunct="1">
      <a:defRPr sz="2400" b="0" i="0" kern="1200">
        <a:solidFill>
          <a:schemeClr val="tx1"/>
        </a:solidFill>
        <a:latin typeface="Montserrat Light" charset="0"/>
        <a:ea typeface="+mn-ea"/>
        <a:cs typeface="+mn-cs"/>
      </a:defRPr>
    </a:lvl2pPr>
    <a:lvl3pPr marL="1828434" algn="l" defTabSz="914217" rtl="0" eaLnBrk="1" latinLnBrk="0" hangingPunct="1">
      <a:defRPr sz="2400" b="0" i="0" kern="1200">
        <a:solidFill>
          <a:schemeClr val="tx1"/>
        </a:solidFill>
        <a:latin typeface="Montserrat Light" charset="0"/>
        <a:ea typeface="+mn-ea"/>
        <a:cs typeface="+mn-cs"/>
      </a:defRPr>
    </a:lvl3pPr>
    <a:lvl4pPr marL="2742651" algn="l" defTabSz="914217" rtl="0" eaLnBrk="1" latinLnBrk="0" hangingPunct="1">
      <a:defRPr sz="2400" b="0" i="0" kern="1200">
        <a:solidFill>
          <a:schemeClr val="tx1"/>
        </a:solidFill>
        <a:latin typeface="Montserrat Light" charset="0"/>
        <a:ea typeface="+mn-ea"/>
        <a:cs typeface="+mn-cs"/>
      </a:defRPr>
    </a:lvl4pPr>
    <a:lvl5pPr marL="3656868" algn="l" defTabSz="914217" rtl="0" eaLnBrk="1" latinLnBrk="0" hangingPunct="1">
      <a:defRPr sz="2400" b="0" i="0" kern="1200">
        <a:solidFill>
          <a:schemeClr val="tx1"/>
        </a:solidFill>
        <a:latin typeface="Montserrat Light" charset="0"/>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Greetings, everyone! My name is Abhijit Shine, and I’m here with my team </a:t>
            </a:r>
            <a:r>
              <a:rPr lang="en-US" err="1"/>
              <a:t>CargoMatrix</a:t>
            </a:r>
            <a:r>
              <a:rPr lang="en-US"/>
              <a:t> Creators – which includes Baskaran, Vineeth, Ashok and Santosh to present our project titled ‘Air Cargo Database System.’ </a:t>
            </a:r>
          </a:p>
          <a:p>
            <a:endParaRPr lang="en-US"/>
          </a:p>
          <a:p>
            <a:r>
              <a:rPr lang="en-US"/>
              <a:t>Our project addresses the challenges in air cargo logistics by developing an efficient database system that enhances operational transparency and decision-making.</a:t>
            </a:r>
          </a:p>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1</a:t>
            </a:fld>
            <a:endParaRPr lang="en-US"/>
          </a:p>
        </p:txBody>
      </p:sp>
    </p:spTree>
    <p:extLst>
      <p:ext uri="{BB962C8B-B14F-4D97-AF65-F5344CB8AC3E}">
        <p14:creationId xmlns:p14="http://schemas.microsoft.com/office/powerpoint/2010/main" val="997918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lang="en-US"/>
              <a:t>Before we begin, I’d like to thank Professor Vijaya Sastry for their invaluable guidance and support throughout this project.</a:t>
            </a:r>
          </a:p>
          <a:p>
            <a:r>
              <a:rPr lang="en-US"/>
              <a:t>This project is part of our coursework in Database Design and Applied Data Analytics at the University of Detroit Mercy.</a:t>
            </a:r>
          </a:p>
          <a:p>
            <a:r>
              <a:rPr lang="en-US"/>
              <a:t>As we see in this fast-paced generation, Air cargo logistics plays a crucial role in global trade, enabling the rapid transportation of goods across the world. However, the industry faces challenges like handling large volumes of data, ensuring shipment accuracy, and maintaining transparency.</a:t>
            </a:r>
          </a:p>
          <a:p>
            <a:r>
              <a:rPr lang="en-US"/>
              <a:t>Our goal was to design a system that addresses these issues effectively, focusing on streamlining operations and improving efficiency.</a:t>
            </a:r>
          </a:p>
        </p:txBody>
      </p:sp>
      <p:sp>
        <p:nvSpPr>
          <p:cNvPr id="4" name="Slide Number Placeholder 3"/>
          <p:cNvSpPr>
            <a:spLocks noGrp="1"/>
          </p:cNvSpPr>
          <p:nvPr>
            <p:ph type="sldNum" sz="quarter" idx="5"/>
          </p:nvPr>
        </p:nvSpPr>
        <p:spPr/>
        <p:txBody>
          <a:bodyPr/>
          <a:lstStyle/>
          <a:p>
            <a:fld id="{006BE02D-20C0-F840-AFAC-BEA99C74FDC2}" type="slidenum">
              <a:rPr lang="en-US" smtClean="0"/>
              <a:pPr/>
              <a:t>2</a:t>
            </a:fld>
            <a:endParaRPr lang="en-US"/>
          </a:p>
        </p:txBody>
      </p:sp>
    </p:spTree>
    <p:extLst>
      <p:ext uri="{BB962C8B-B14F-4D97-AF65-F5344CB8AC3E}">
        <p14:creationId xmlns:p14="http://schemas.microsoft.com/office/powerpoint/2010/main" val="1136226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the beginning of our project, we brainstormed three potential ideas: a database for air cargo logistics, a system to analyze crimes in the United States, and a framework for employee performance mapping.</a:t>
            </a:r>
          </a:p>
          <a:p>
            <a:r>
              <a:rPr lang="en-US"/>
              <a:t>While each idea was compelling, we chose air cargo logistics due to its real-world relevance and the growing need for efficient management in this industry.</a:t>
            </a:r>
          </a:p>
          <a:p>
            <a:r>
              <a:rPr lang="en-US"/>
              <a:t>We aimed to create a solution that directly impacts businesses, helping them track shipments, optimize routes, and make data-driven decisions.</a:t>
            </a:r>
          </a:p>
        </p:txBody>
      </p:sp>
      <p:sp>
        <p:nvSpPr>
          <p:cNvPr id="4" name="Slide Number Placeholder 3"/>
          <p:cNvSpPr>
            <a:spLocks noGrp="1"/>
          </p:cNvSpPr>
          <p:nvPr>
            <p:ph type="sldNum" sz="quarter" idx="5"/>
          </p:nvPr>
        </p:nvSpPr>
        <p:spPr/>
        <p:txBody>
          <a:bodyPr/>
          <a:lstStyle/>
          <a:p>
            <a:fld id="{006BE02D-20C0-F840-AFAC-BEA99C74FDC2}" type="slidenum">
              <a:rPr lang="en-US" smtClean="0"/>
              <a:pPr/>
              <a:t>3</a:t>
            </a:fld>
            <a:endParaRPr lang="en-US"/>
          </a:p>
        </p:txBody>
      </p:sp>
    </p:spTree>
    <p:extLst>
      <p:ext uri="{BB962C8B-B14F-4D97-AF65-F5344CB8AC3E}">
        <p14:creationId xmlns:p14="http://schemas.microsoft.com/office/powerpoint/2010/main" val="2168157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air cargo industry faces several challenges, such as handling vast amounts of shipment data, maintaining operational accuracy, and providing actionable insights for strategic decision-making. These challenges often lead to inefficiencies, delays, and missed opportunities for optimization.</a:t>
            </a:r>
          </a:p>
          <a:p>
            <a:r>
              <a:rPr lang="en-US"/>
              <a:t>To address these problems, we developed our project, </a:t>
            </a:r>
            <a:r>
              <a:rPr lang="en-US" err="1"/>
              <a:t>introducting</a:t>
            </a:r>
            <a:r>
              <a:rPr lang="en-US"/>
              <a:t> ‘</a:t>
            </a:r>
            <a:r>
              <a:rPr lang="en-US" err="1"/>
              <a:t>FlyHigh</a:t>
            </a:r>
            <a:r>
              <a:rPr lang="en-US"/>
              <a:t>’ This system is designed to organize data efficiently using relational database principles and normalization techniques.</a:t>
            </a:r>
          </a:p>
          <a:p>
            <a:r>
              <a:rPr lang="en-US"/>
              <a:t>And as our tagline suggests - “You Chill, We Deliver….”, Our solution enables streamlined shipment tracking, provides insightful reports, and helps stakeholders make data-driven decisions to improve overall operational efficiency.</a:t>
            </a:r>
          </a:p>
        </p:txBody>
      </p:sp>
      <p:sp>
        <p:nvSpPr>
          <p:cNvPr id="4" name="Slide Number Placeholder 3"/>
          <p:cNvSpPr>
            <a:spLocks noGrp="1"/>
          </p:cNvSpPr>
          <p:nvPr>
            <p:ph type="sldNum" sz="quarter" idx="5"/>
          </p:nvPr>
        </p:nvSpPr>
        <p:spPr/>
        <p:txBody>
          <a:bodyPr/>
          <a:lstStyle/>
          <a:p>
            <a:fld id="{006BE02D-20C0-F840-AFAC-BEA99C74FDC2}" type="slidenum">
              <a:rPr lang="en-US" smtClean="0"/>
              <a:pPr/>
              <a:t>4</a:t>
            </a:fld>
            <a:endParaRPr lang="en-US"/>
          </a:p>
        </p:txBody>
      </p:sp>
    </p:spTree>
    <p:extLst>
      <p:ext uri="{BB962C8B-B14F-4D97-AF65-F5344CB8AC3E}">
        <p14:creationId xmlns:p14="http://schemas.microsoft.com/office/powerpoint/2010/main" val="531454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meet the needs of air cargo businesses, we focused on three primary goals: identifying the key entities, optimizing data relationships, and ensuring scalability.</a:t>
            </a:r>
          </a:p>
          <a:p>
            <a:r>
              <a:rPr lang="en-US"/>
              <a:t>We structured the database around entities such as Customers, Cargo, Shipments, and Carriers, which represent the core aspects of logistics operations.</a:t>
            </a:r>
          </a:p>
          <a:p>
            <a:r>
              <a:rPr lang="en-US"/>
              <a:t>By optimizing data relationships, we minimized redundancy and ensured faster access to critical information. Additionally, we designed the system to scale seamlessly, making it adaptable for businesses as they grow globally.</a:t>
            </a:r>
          </a:p>
        </p:txBody>
      </p:sp>
      <p:sp>
        <p:nvSpPr>
          <p:cNvPr id="4" name="Slide Number Placeholder 3"/>
          <p:cNvSpPr>
            <a:spLocks noGrp="1"/>
          </p:cNvSpPr>
          <p:nvPr>
            <p:ph type="sldNum" sz="quarter" idx="5"/>
          </p:nvPr>
        </p:nvSpPr>
        <p:spPr/>
        <p:txBody>
          <a:bodyPr/>
          <a:lstStyle/>
          <a:p>
            <a:fld id="{006BE02D-20C0-F840-AFAC-BEA99C74FDC2}" type="slidenum">
              <a:rPr lang="en-US" smtClean="0"/>
              <a:pPr/>
              <a:t>5</a:t>
            </a:fld>
            <a:endParaRPr lang="en-US"/>
          </a:p>
        </p:txBody>
      </p:sp>
    </p:spTree>
    <p:extLst>
      <p:ext uri="{BB962C8B-B14F-4D97-AF65-F5344CB8AC3E}">
        <p14:creationId xmlns:p14="http://schemas.microsoft.com/office/powerpoint/2010/main" val="3255073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06BE02D-20C0-F840-AFAC-BEA99C74FDC2}" type="slidenum">
              <a:rPr lang="en-US" smtClean="0"/>
              <a:pPr/>
              <a:t>16</a:t>
            </a:fld>
            <a:endParaRPr lang="en-US"/>
          </a:p>
        </p:txBody>
      </p:sp>
    </p:spTree>
    <p:extLst>
      <p:ext uri="{BB962C8B-B14F-4D97-AF65-F5344CB8AC3E}">
        <p14:creationId xmlns:p14="http://schemas.microsoft.com/office/powerpoint/2010/main" val="1042430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6116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5964" y="730251"/>
            <a:ext cx="21025723"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675964" y="3651250"/>
            <a:ext cx="21025723" cy="870267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75964" y="12712701"/>
            <a:ext cx="5484971" cy="730250"/>
          </a:xfrm>
          <a:prstGeom prst="rect">
            <a:avLst/>
          </a:prstGeom>
        </p:spPr>
        <p:txBody>
          <a:bodyPr vert="horz" lIns="91440" tIns="45720" rIns="91440" bIns="45720" rtlCol="0" anchor="ctr"/>
          <a:lstStyle>
            <a:lvl1pPr algn="l">
              <a:defRPr sz="2399">
                <a:solidFill>
                  <a:schemeClr val="tx1">
                    <a:tint val="75000"/>
                  </a:schemeClr>
                </a:solidFill>
              </a:defRPr>
            </a:lvl1pPr>
          </a:lstStyle>
          <a:p>
            <a:fld id="{C764DE79-268F-4C1A-8933-263129D2AF90}" type="datetimeFigureOut">
              <a:rPr lang="en-US" dirty="0"/>
              <a:t>12/5/2024</a:t>
            </a:fld>
            <a:endParaRPr lang="en-US"/>
          </a:p>
        </p:txBody>
      </p:sp>
      <p:sp>
        <p:nvSpPr>
          <p:cNvPr id="5" name="Footer Placeholder 4"/>
          <p:cNvSpPr>
            <a:spLocks noGrp="1"/>
          </p:cNvSpPr>
          <p:nvPr>
            <p:ph type="ftr" sz="quarter" idx="3"/>
          </p:nvPr>
        </p:nvSpPr>
        <p:spPr>
          <a:xfrm>
            <a:off x="8075097" y="12712701"/>
            <a:ext cx="8227457" cy="730250"/>
          </a:xfrm>
          <a:prstGeom prst="rect">
            <a:avLst/>
          </a:prstGeom>
        </p:spPr>
        <p:txBody>
          <a:bodyPr vert="horz" lIns="91440" tIns="45720" rIns="91440" bIns="45720" rtlCol="0" anchor="ctr"/>
          <a:lstStyle>
            <a:lvl1pPr algn="ctr">
              <a:defRPr sz="239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216715" y="12712701"/>
            <a:ext cx="5484971" cy="730250"/>
          </a:xfrm>
          <a:prstGeom prst="rect">
            <a:avLst/>
          </a:prstGeom>
        </p:spPr>
        <p:txBody>
          <a:bodyPr vert="horz" lIns="91440" tIns="45720" rIns="91440" bIns="45720" rtlCol="0" anchor="ctr"/>
          <a:lstStyle>
            <a:lvl1pPr algn="r">
              <a:defRPr sz="2399">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631059664"/>
      </p:ext>
    </p:extLst>
  </p:cSld>
  <p:clrMap bg1="lt1" tx1="dk1" bg2="lt2" tx2="dk2" accent1="accent1" accent2="accent2" accent3="accent3" accent4="accent4" accent5="accent5" accent6="accent6" hlink="hlink" folHlink="folHlink"/>
  <p:sldLayoutIdLst>
    <p:sldLayoutId id="2147483977" r:id="rId1"/>
  </p:sldLayoutIdLst>
  <p:hf hdr="0" ftr="0" dt="0"/>
  <p:txStyles>
    <p:titleStyle>
      <a:lvl1pPr algn="l" defTabSz="1828343" rtl="0" eaLnBrk="1" latinLnBrk="0" hangingPunct="1">
        <a:lnSpc>
          <a:spcPct val="90000"/>
        </a:lnSpc>
        <a:spcBef>
          <a:spcPct val="0"/>
        </a:spcBef>
        <a:buNone/>
        <a:defRPr sz="8798" kern="1200">
          <a:solidFill>
            <a:schemeClr val="tx1"/>
          </a:solidFill>
          <a:latin typeface="+mj-lt"/>
          <a:ea typeface="+mj-ea"/>
          <a:cs typeface="+mj-cs"/>
        </a:defRPr>
      </a:lvl1pPr>
    </p:titleStyle>
    <p:bodyStyle>
      <a:lvl1pPr marL="0" indent="0" algn="l" defTabSz="1828343" rtl="0" eaLnBrk="1" latinLnBrk="0" hangingPunct="1">
        <a:lnSpc>
          <a:spcPct val="90000"/>
        </a:lnSpc>
        <a:spcBef>
          <a:spcPts val="2000"/>
        </a:spcBef>
        <a:buFont typeface="Arial" panose="020B0604020202020204" pitchFamily="34" charset="0"/>
        <a:buNone/>
        <a:defRPr sz="5599" kern="1200">
          <a:solidFill>
            <a:schemeClr val="tx1"/>
          </a:solidFill>
          <a:latin typeface="+mn-lt"/>
          <a:ea typeface="+mn-ea"/>
          <a:cs typeface="+mn-cs"/>
        </a:defRPr>
      </a:lvl1pPr>
      <a:lvl2pPr marL="914171" indent="0" algn="l" defTabSz="1828343" rtl="0" eaLnBrk="1" latinLnBrk="0" hangingPunct="1">
        <a:lnSpc>
          <a:spcPct val="90000"/>
        </a:lnSpc>
        <a:spcBef>
          <a:spcPts val="1000"/>
        </a:spcBef>
        <a:buFont typeface="Arial" panose="020B0604020202020204" pitchFamily="34" charset="0"/>
        <a:buNone/>
        <a:defRPr sz="4799" kern="1200">
          <a:solidFill>
            <a:schemeClr val="tx1"/>
          </a:solidFill>
          <a:latin typeface="+mn-lt"/>
          <a:ea typeface="+mn-ea"/>
          <a:cs typeface="+mn-cs"/>
        </a:defRPr>
      </a:lvl2pPr>
      <a:lvl3pPr marL="1828343" indent="0" algn="l" defTabSz="1828343" rtl="0" eaLnBrk="1" latinLnBrk="0" hangingPunct="1">
        <a:lnSpc>
          <a:spcPct val="90000"/>
        </a:lnSpc>
        <a:spcBef>
          <a:spcPts val="1000"/>
        </a:spcBef>
        <a:buFont typeface="Arial" panose="020B0604020202020204" pitchFamily="34" charset="0"/>
        <a:buNone/>
        <a:defRPr sz="3999" kern="1200">
          <a:solidFill>
            <a:schemeClr val="tx1"/>
          </a:solidFill>
          <a:latin typeface="+mn-lt"/>
          <a:ea typeface="+mn-ea"/>
          <a:cs typeface="+mn-cs"/>
        </a:defRPr>
      </a:lvl3pPr>
      <a:lvl4pPr marL="2742514" indent="0" algn="l" defTabSz="1828343" rtl="0" eaLnBrk="1" latinLnBrk="0" hangingPunct="1">
        <a:lnSpc>
          <a:spcPct val="90000"/>
        </a:lnSpc>
        <a:spcBef>
          <a:spcPts val="1000"/>
        </a:spcBef>
        <a:buFont typeface="Arial" panose="020B0604020202020204" pitchFamily="34" charset="0"/>
        <a:buNone/>
        <a:defRPr sz="3599" kern="1200">
          <a:solidFill>
            <a:schemeClr val="tx1"/>
          </a:solidFill>
          <a:latin typeface="+mn-lt"/>
          <a:ea typeface="+mn-ea"/>
          <a:cs typeface="+mn-cs"/>
        </a:defRPr>
      </a:lvl4pPr>
      <a:lvl5pPr marL="3656685" indent="0" algn="l" defTabSz="1828343" rtl="0" eaLnBrk="1" latinLnBrk="0" hangingPunct="1">
        <a:lnSpc>
          <a:spcPct val="90000"/>
        </a:lnSpc>
        <a:spcBef>
          <a:spcPts val="1000"/>
        </a:spcBef>
        <a:buFont typeface="Arial" panose="020B0604020202020204" pitchFamily="34" charset="0"/>
        <a:buNone/>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thehindubusinessline.com/specials/flight-plan/reviving-businesses-will-benefit-from-air-cargos-growth/article66017739.ece" TargetMode="Externa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4.jpeg"/><Relationship Id="rId7" Type="http://schemas.openxmlformats.org/officeDocument/2006/relationships/diagramLayout" Target="../diagrams/layout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Data" Target="../diagrams/data1.xml"/><Relationship Id="rId5" Type="http://schemas.openxmlformats.org/officeDocument/2006/relationships/image" Target="../media/image5.png"/><Relationship Id="rId10" Type="http://schemas.microsoft.com/office/2007/relationships/diagramDrawing" Target="../diagrams/drawing1.xml"/><Relationship Id="rId4" Type="http://schemas.openxmlformats.org/officeDocument/2006/relationships/hyperlink" Target="https://www.wns.com/industries/shipping-logistics/air-cargo" TargetMode="External"/><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58_341FD562.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www.veloxexpress.com/what-you-need-to-know-about-air-freight-shipping/" TargetMode="External"/><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hyperlink" Target="https://amaccustoms.com.au/services/air-freight/" TargetMode="External"/><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rwrant.co.za/mistakes-to-avoid-during-database-design/" TargetMode="External"/><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7.png"/><Relationship Id="rId5" Type="http://schemas.openxmlformats.org/officeDocument/2006/relationships/hyperlink" Target="https://www.internationalairportreview.com/news/174174/new-digital-air-cargo-innovation-to-accelerate-global-recovery/" TargetMode="Externa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hyperlink" Target="https://www.shutterstock.com/de/search/thank-you-smoke" TargetMode="External"/><Relationship Id="rId2" Type="http://schemas.openxmlformats.org/officeDocument/2006/relationships/image" Target="../media/image3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EEEFB9-61EF-EF20-9AEA-3D07782BF948}"/>
            </a:ext>
          </a:extLst>
        </p:cNvPr>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437155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descr="Planes on an airport">
            <a:extLst>
              <a:ext uri="{FF2B5EF4-FFF2-40B4-BE49-F238E27FC236}">
                <a16:creationId xmlns:a16="http://schemas.microsoft.com/office/drawing/2014/main" id="{6BF54BF3-9639-C2CF-752D-12C4C7E22AFF}"/>
              </a:ext>
            </a:extLst>
          </p:cNvPr>
          <p:cNvPicPr>
            <a:picLocks noGrp="1" noRot="1" noChangeAspect="1" noMove="1" noResize="1" noEditPoints="1" noAdjustHandles="1" noChangeArrowheads="1" noChangeShapeType="1" noCrop="1"/>
          </p:cNvPicPr>
          <p:nvPr/>
        </p:nvPicPr>
        <p:blipFill>
          <a:blip r:embed="rId3">
            <a:alphaModFix amt="35000"/>
          </a:blip>
          <a:srcRect t="5674" b="13659"/>
          <a:stretch/>
        </p:blipFill>
        <p:spPr>
          <a:xfrm>
            <a:off x="-6092" y="10"/>
            <a:ext cx="24377647" cy="13715990"/>
          </a:xfrm>
          <a:prstGeom prst="rect">
            <a:avLst/>
          </a:prstGeom>
        </p:spPr>
      </p:pic>
      <p:sp>
        <p:nvSpPr>
          <p:cNvPr id="65" name="Rectangle 6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415204"/>
            <a:ext cx="24377648" cy="6324292"/>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762641-3171-7A46-1AE7-CCADD8F7135E}"/>
              </a:ext>
            </a:extLst>
          </p:cNvPr>
          <p:cNvSpPr txBox="1">
            <a:spLocks noGrp="1" noRot="1" noMove="1" noResize="1" noEditPoints="1" noAdjustHandles="1" noChangeArrowheads="1" noChangeShapeType="1"/>
          </p:cNvSpPr>
          <p:nvPr/>
        </p:nvSpPr>
        <p:spPr>
          <a:xfrm>
            <a:off x="41563" y="8562641"/>
            <a:ext cx="24371554" cy="5201424"/>
          </a:xfrm>
          <a:prstGeom prst="rect">
            <a:avLst/>
          </a:prstGeom>
          <a:noFill/>
        </p:spPr>
        <p:txBody>
          <a:bodyPr wrap="square" rtlCol="0">
            <a:spAutoFit/>
            <a:scene3d>
              <a:camera prst="orthographicFront"/>
              <a:lightRig rig="threePt" dir="t"/>
            </a:scene3d>
            <a:sp3d extrusionH="57150">
              <a:bevelT w="69850" h="69850" prst="divot"/>
            </a:sp3d>
          </a:bodyPr>
          <a:lstStyle/>
          <a:p>
            <a:r>
              <a:rPr lang="en-US" sz="16600" b="1" spc="600">
                <a:solidFill>
                  <a:srgbClr val="706E6E"/>
                </a:solidFill>
                <a:effectLst>
                  <a:outerShdw blurRad="50800" dist="38100" algn="l" rotWithShape="0">
                    <a:prstClr val="black">
                      <a:alpha val="40000"/>
                    </a:prstClr>
                  </a:outerShdw>
                </a:effectLst>
                <a:latin typeface="Trade Gothic Inline" panose="020F0502020204030204" pitchFamily="34" charset="0"/>
              </a:rPr>
              <a:t>Air Cargo</a:t>
            </a:r>
          </a:p>
          <a:p>
            <a:r>
              <a:rPr lang="en-US" sz="16600" b="1" spc="600">
                <a:solidFill>
                  <a:srgbClr val="706E6E"/>
                </a:solidFill>
                <a:effectLst>
                  <a:outerShdw blurRad="50800" dist="38100" algn="l" rotWithShape="0">
                    <a:prstClr val="black">
                      <a:alpha val="40000"/>
                    </a:prstClr>
                  </a:outerShdw>
                </a:effectLst>
                <a:latin typeface="Trade Gothic Inline" panose="020F0502020204030204" pitchFamily="34" charset="0"/>
              </a:rPr>
              <a:t>Database System</a:t>
            </a:r>
          </a:p>
        </p:txBody>
      </p:sp>
    </p:spTree>
    <p:extLst>
      <p:ext uri="{BB962C8B-B14F-4D97-AF65-F5344CB8AC3E}">
        <p14:creationId xmlns:p14="http://schemas.microsoft.com/office/powerpoint/2010/main" val="1366108425"/>
      </p:ext>
    </p:extLst>
  </p:cSld>
  <p:clrMapOvr>
    <a:masterClrMapping/>
  </p:clrMapOvr>
  <mc:AlternateContent xmlns:mc="http://schemas.openxmlformats.org/markup-compatibility/2006">
    <mc:Choice xmlns:p14="http://schemas.microsoft.com/office/powerpoint/2010/main" Requires="p14">
      <p:transition spd="slow" p14:dur="2000" advTm="468165"/>
    </mc:Choice>
    <mc:Fallback>
      <p:transition spd="slow" advTm="46816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437155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61" descr="A plane flying over a stack of containers">
            <a:extLst>
              <a:ext uri="{FF2B5EF4-FFF2-40B4-BE49-F238E27FC236}">
                <a16:creationId xmlns:a16="http://schemas.microsoft.com/office/drawing/2014/main" id="{06E30C66-34DD-425D-1D04-F9FFBA307F35}"/>
              </a:ext>
            </a:extLst>
          </p:cNvPr>
          <p:cNvPicPr>
            <a:picLocks noGrp="1" noRot="1" noChangeAspect="1" noMove="1" noResize="1" noEditPoints="1" noAdjustHandles="1" noChangeArrowheads="1" noChangeShapeType="1" noCrop="1"/>
          </p:cNvPicPr>
          <p:nvPr/>
        </p:nvPicPr>
        <p:blipFill>
          <a:blip r:embed="rId3">
            <a:alphaModFix amt="50000"/>
            <a:extLst>
              <a:ext uri="{28A0092B-C50C-407E-A947-70E740481C1C}">
                <a14:useLocalDpi xmlns:a14="http://schemas.microsoft.com/office/drawing/2010/main" val="0"/>
              </a:ext>
            </a:extLst>
          </a:blip>
          <a:srcRect l="10757" r="10305"/>
          <a:stretch/>
        </p:blipFill>
        <p:spPr>
          <a:xfrm>
            <a:off x="1" y="10"/>
            <a:ext cx="19334248" cy="13715990"/>
          </a:xfrm>
          <a:prstGeom prst="rect">
            <a:avLst/>
          </a:prstGeom>
        </p:spPr>
      </p:pic>
      <p:sp>
        <p:nvSpPr>
          <p:cNvPr id="70" name="Rectangle 6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47368" y="0"/>
            <a:ext cx="14130276"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28781869-278A-9AD9-CE7F-2987ADB7C9E9}"/>
              </a:ext>
            </a:extLst>
          </p:cNvPr>
          <p:cNvSpPr txBox="1">
            <a:spLocks noGrp="1" noRot="1" noMove="1" noResize="1" noEditPoints="1" noAdjustHandles="1" noChangeArrowheads="1" noChangeShapeType="1"/>
          </p:cNvSpPr>
          <p:nvPr/>
        </p:nvSpPr>
        <p:spPr>
          <a:xfrm>
            <a:off x="14110855" y="815951"/>
            <a:ext cx="9954488" cy="4649670"/>
          </a:xfrm>
          <a:prstGeom prst="rect">
            <a:avLst/>
          </a:prstGeom>
        </p:spPr>
        <p:txBody>
          <a:bodyPr vert="horz" lIns="91440" tIns="45720" rIns="91440" bIns="45720" rtlCol="0" anchor="t">
            <a:normAutofit/>
          </a:bodyPr>
          <a:lstStyle/>
          <a:p>
            <a:pPr algn="r" defTabSz="914400">
              <a:lnSpc>
                <a:spcPct val="90000"/>
              </a:lnSpc>
              <a:spcAft>
                <a:spcPts val="600"/>
              </a:spcAft>
            </a:pPr>
            <a:r>
              <a:rPr lang="en-US" sz="4000">
                <a:latin typeface="Biome" panose="020B0503030204020804" pitchFamily="34" charset="0"/>
                <a:cs typeface="Biome" panose="020B0503030204020804" pitchFamily="34" charset="0"/>
              </a:rPr>
              <a:t>Presented by:</a:t>
            </a:r>
          </a:p>
          <a:p>
            <a:pPr indent="-228600" algn="r" defTabSz="914400">
              <a:lnSpc>
                <a:spcPct val="90000"/>
              </a:lnSpc>
              <a:spcAft>
                <a:spcPts val="600"/>
              </a:spcAft>
              <a:buFont typeface="Arial" panose="020B0604020202020204" pitchFamily="34" charset="0"/>
              <a:buChar char="•"/>
            </a:pPr>
            <a:endParaRPr lang="en-US" sz="4000">
              <a:latin typeface="Biome" panose="020B0503030204020804" pitchFamily="34" charset="0"/>
              <a:cs typeface="Biome" panose="020B0503030204020804" pitchFamily="34" charset="0"/>
            </a:endParaRPr>
          </a:p>
          <a:p>
            <a:pPr marL="514350" algn="r" defTabSz="914400">
              <a:lnSpc>
                <a:spcPct val="90000"/>
              </a:lnSpc>
              <a:spcAft>
                <a:spcPts val="600"/>
              </a:spcAft>
            </a:pPr>
            <a:r>
              <a:rPr lang="en-US" sz="4000">
                <a:latin typeface="Biome" panose="020B0503030204020804" pitchFamily="34" charset="0"/>
                <a:cs typeface="Biome" panose="020B0503030204020804" pitchFamily="34" charset="0"/>
              </a:rPr>
              <a:t>Abhijit Shine</a:t>
            </a:r>
          </a:p>
          <a:p>
            <a:pPr marL="514350" algn="r" defTabSz="914400">
              <a:lnSpc>
                <a:spcPct val="90000"/>
              </a:lnSpc>
              <a:spcAft>
                <a:spcPts val="600"/>
              </a:spcAft>
            </a:pPr>
            <a:r>
              <a:rPr lang="en-US" sz="4000">
                <a:latin typeface="Biome" panose="020B0503030204020804" pitchFamily="34" charset="0"/>
                <a:cs typeface="Biome" panose="020B0503030204020804" pitchFamily="34" charset="0"/>
              </a:rPr>
              <a:t>Vineeth Kumar </a:t>
            </a:r>
            <a:r>
              <a:rPr lang="en-US" sz="4000" err="1">
                <a:latin typeface="Biome" panose="020B0503030204020804" pitchFamily="34" charset="0"/>
                <a:cs typeface="Biome" panose="020B0503030204020804" pitchFamily="34" charset="0"/>
              </a:rPr>
              <a:t>Baradi</a:t>
            </a:r>
            <a:endParaRPr lang="en-US" sz="4000">
              <a:latin typeface="Biome" panose="020B0503030204020804" pitchFamily="34" charset="0"/>
              <a:cs typeface="Biome" panose="020B0503030204020804" pitchFamily="34" charset="0"/>
            </a:endParaRPr>
          </a:p>
          <a:p>
            <a:pPr marL="514350" algn="r" defTabSz="914400">
              <a:lnSpc>
                <a:spcPct val="90000"/>
              </a:lnSpc>
              <a:spcAft>
                <a:spcPts val="600"/>
              </a:spcAft>
            </a:pPr>
            <a:r>
              <a:rPr lang="en-US" sz="4000">
                <a:latin typeface="Biome" panose="020B0503030204020804" pitchFamily="34" charset="0"/>
                <a:cs typeface="Biome" panose="020B0503030204020804" pitchFamily="34" charset="0"/>
              </a:rPr>
              <a:t>Baskaran </a:t>
            </a:r>
            <a:r>
              <a:rPr lang="en-US" sz="4000" err="1">
                <a:latin typeface="Biome" panose="020B0503030204020804" pitchFamily="34" charset="0"/>
                <a:cs typeface="Biome" panose="020B0503030204020804" pitchFamily="34" charset="0"/>
              </a:rPr>
              <a:t>Palanisamy</a:t>
            </a:r>
            <a:endParaRPr lang="en-US" sz="4000">
              <a:latin typeface="Biome" panose="020B0503030204020804" pitchFamily="34" charset="0"/>
              <a:cs typeface="Biome" panose="020B0503030204020804" pitchFamily="34" charset="0"/>
            </a:endParaRPr>
          </a:p>
          <a:p>
            <a:pPr marL="514350" algn="r" defTabSz="914400">
              <a:lnSpc>
                <a:spcPct val="90000"/>
              </a:lnSpc>
              <a:spcAft>
                <a:spcPts val="600"/>
              </a:spcAft>
            </a:pPr>
            <a:r>
              <a:rPr lang="en-US" sz="4000">
                <a:latin typeface="Biome" panose="020B0503030204020804" pitchFamily="34" charset="0"/>
                <a:cs typeface="Biome" panose="020B0503030204020804" pitchFamily="34" charset="0"/>
              </a:rPr>
              <a:t>Ashok Kumar Parihar</a:t>
            </a:r>
          </a:p>
          <a:p>
            <a:pPr marL="514350" algn="r" defTabSz="914400">
              <a:lnSpc>
                <a:spcPct val="90000"/>
              </a:lnSpc>
              <a:spcAft>
                <a:spcPts val="600"/>
              </a:spcAft>
            </a:pPr>
            <a:r>
              <a:rPr lang="en-US" sz="4000" err="1">
                <a:latin typeface="Biome" panose="020B0503030204020804" pitchFamily="34" charset="0"/>
                <a:ea typeface="Calibri" panose="020F0502020204030204"/>
                <a:cs typeface="Biome" panose="020B0503030204020804" pitchFamily="34" charset="0"/>
              </a:rPr>
              <a:t>Shanmukha</a:t>
            </a:r>
            <a:r>
              <a:rPr lang="en-US" sz="4000">
                <a:latin typeface="Biome" panose="020B0503030204020804" pitchFamily="34" charset="0"/>
                <a:ea typeface="Calibri" panose="020F0502020204030204"/>
                <a:cs typeface="Biome" panose="020B0503030204020804" pitchFamily="34" charset="0"/>
              </a:rPr>
              <a:t> Santosh Reddy </a:t>
            </a:r>
            <a:r>
              <a:rPr lang="en-US" sz="4000" err="1">
                <a:latin typeface="Biome" panose="020B0503030204020804" pitchFamily="34" charset="0"/>
                <a:ea typeface="Calibri" panose="020F0502020204030204"/>
                <a:cs typeface="Biome" panose="020B0503030204020804" pitchFamily="34" charset="0"/>
              </a:rPr>
              <a:t>Kallam</a:t>
            </a:r>
            <a:endParaRPr lang="en-US">
              <a:latin typeface="Biome" panose="020B0503030204020804" pitchFamily="34" charset="0"/>
              <a:cs typeface="Biome" panose="020B0503030204020804" pitchFamily="34" charset="0"/>
            </a:endParaRPr>
          </a:p>
        </p:txBody>
      </p:sp>
      <p:sp>
        <p:nvSpPr>
          <p:cNvPr id="66" name="TextBox 65">
            <a:extLst>
              <a:ext uri="{FF2B5EF4-FFF2-40B4-BE49-F238E27FC236}">
                <a16:creationId xmlns:a16="http://schemas.microsoft.com/office/drawing/2014/main" id="{E6D9C92E-4BF4-3AB8-BE3F-56AD02C94BAA}"/>
              </a:ext>
            </a:extLst>
          </p:cNvPr>
          <p:cNvSpPr txBox="1">
            <a:spLocks noGrp="1" noRot="1" noMove="1" noResize="1" noEditPoints="1" noAdjustHandles="1" noChangeArrowheads="1" noChangeShapeType="1"/>
          </p:cNvSpPr>
          <p:nvPr/>
        </p:nvSpPr>
        <p:spPr>
          <a:xfrm>
            <a:off x="3047" y="12146340"/>
            <a:ext cx="12354790" cy="1569660"/>
          </a:xfrm>
          <a:prstGeom prst="rect">
            <a:avLst/>
          </a:prstGeom>
          <a:noFill/>
        </p:spPr>
        <p:txBody>
          <a:bodyPr wrap="square">
            <a:spAutoFit/>
            <a:scene3d>
              <a:camera prst="orthographicFront"/>
              <a:lightRig rig="threePt" dir="t"/>
            </a:scene3d>
            <a:sp3d extrusionH="57150">
              <a:bevelT w="69850" h="69850" prst="divot"/>
            </a:sp3d>
          </a:bodyPr>
          <a:lstStyle/>
          <a:p>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INTRODUCTION</a:t>
            </a:r>
          </a:p>
        </p:txBody>
      </p:sp>
      <p:sp>
        <p:nvSpPr>
          <p:cNvPr id="68" name="TextBox 67">
            <a:extLst>
              <a:ext uri="{FF2B5EF4-FFF2-40B4-BE49-F238E27FC236}">
                <a16:creationId xmlns:a16="http://schemas.microsoft.com/office/drawing/2014/main" id="{F988CEE2-4757-C8D1-F597-195BA71FDE5F}"/>
              </a:ext>
            </a:extLst>
          </p:cNvPr>
          <p:cNvSpPr txBox="1">
            <a:spLocks noGrp="1" noRot="1" noMove="1" noResize="1" noEditPoints="1" noAdjustHandles="1" noChangeArrowheads="1" noChangeShapeType="1"/>
          </p:cNvSpPr>
          <p:nvPr/>
        </p:nvSpPr>
        <p:spPr>
          <a:xfrm>
            <a:off x="15676217" y="9114827"/>
            <a:ext cx="8375270" cy="4649670"/>
          </a:xfrm>
          <a:prstGeom prst="rect">
            <a:avLst/>
          </a:prstGeom>
        </p:spPr>
        <p:txBody>
          <a:bodyPr vert="horz" lIns="91440" tIns="45720" rIns="91440" bIns="45720" rtlCol="0">
            <a:normAutofit/>
          </a:bodyPr>
          <a:lstStyle/>
          <a:p>
            <a:pPr algn="r" defTabSz="914400">
              <a:lnSpc>
                <a:spcPct val="90000"/>
              </a:lnSpc>
              <a:spcAft>
                <a:spcPts val="600"/>
              </a:spcAft>
            </a:pPr>
            <a:r>
              <a:rPr lang="en-US" sz="4000">
                <a:latin typeface="Biome" panose="020B0503030204020804" pitchFamily="34" charset="0"/>
                <a:cs typeface="Biome" panose="020B0503030204020804" pitchFamily="34" charset="0"/>
              </a:rPr>
              <a:t>Under the Guidance of:</a:t>
            </a:r>
          </a:p>
          <a:p>
            <a:pPr algn="r" defTabSz="914400">
              <a:lnSpc>
                <a:spcPct val="90000"/>
              </a:lnSpc>
              <a:spcAft>
                <a:spcPts val="600"/>
              </a:spcAft>
            </a:pPr>
            <a:endParaRPr lang="en-US" sz="4000">
              <a:latin typeface="Biome" panose="020B0503030204020804" pitchFamily="34" charset="0"/>
              <a:cs typeface="Biome" panose="020B0503030204020804" pitchFamily="34" charset="0"/>
            </a:endParaRPr>
          </a:p>
          <a:p>
            <a:pPr algn="r" defTabSz="914400">
              <a:lnSpc>
                <a:spcPct val="90000"/>
              </a:lnSpc>
              <a:spcAft>
                <a:spcPts val="600"/>
              </a:spcAft>
            </a:pPr>
            <a:r>
              <a:rPr lang="en-US" sz="4000">
                <a:latin typeface="Biome" panose="020B0503030204020804" pitchFamily="34" charset="0"/>
                <a:cs typeface="Biome" panose="020B0503030204020804" pitchFamily="34" charset="0"/>
              </a:rPr>
              <a:t>Prof. Vijaya Sastry</a:t>
            </a:r>
          </a:p>
          <a:p>
            <a:pPr algn="r" defTabSz="914400">
              <a:lnSpc>
                <a:spcPct val="90000"/>
              </a:lnSpc>
              <a:spcAft>
                <a:spcPts val="600"/>
              </a:spcAft>
            </a:pPr>
            <a:r>
              <a:rPr lang="en-US" sz="4000">
                <a:latin typeface="Biome" panose="020B0503030204020804" pitchFamily="34" charset="0"/>
                <a:cs typeface="Biome" panose="020B0503030204020804" pitchFamily="34" charset="0"/>
              </a:rPr>
              <a:t>Database Design</a:t>
            </a:r>
          </a:p>
          <a:p>
            <a:pPr algn="r" defTabSz="914400">
              <a:lnSpc>
                <a:spcPct val="90000"/>
              </a:lnSpc>
              <a:spcAft>
                <a:spcPts val="600"/>
              </a:spcAft>
            </a:pPr>
            <a:r>
              <a:rPr lang="en-US" sz="4000">
                <a:latin typeface="Biome" panose="020B0503030204020804" pitchFamily="34" charset="0"/>
                <a:cs typeface="Biome" panose="020B0503030204020804" pitchFamily="34" charset="0"/>
              </a:rPr>
              <a:t>Applied Data Analytics</a:t>
            </a:r>
          </a:p>
          <a:p>
            <a:pPr algn="r" defTabSz="914400">
              <a:lnSpc>
                <a:spcPct val="90000"/>
              </a:lnSpc>
              <a:spcAft>
                <a:spcPts val="600"/>
              </a:spcAft>
            </a:pPr>
            <a:r>
              <a:rPr lang="en-US" sz="4000">
                <a:latin typeface="Biome" panose="020B0503030204020804" pitchFamily="34" charset="0"/>
                <a:cs typeface="Biome" panose="020B0503030204020804" pitchFamily="34" charset="0"/>
              </a:rPr>
              <a:t>University of Detroit Mercy</a:t>
            </a:r>
          </a:p>
        </p:txBody>
      </p:sp>
    </p:spTree>
    <p:extLst>
      <p:ext uri="{BB962C8B-B14F-4D97-AF65-F5344CB8AC3E}">
        <p14:creationId xmlns:p14="http://schemas.microsoft.com/office/powerpoint/2010/main" val="332353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434A1-6B99-562B-9F4B-9AAC66C39E47}"/>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5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lane with luggage on a trailer&#10;&#10;Description automatically generated with medium confidence">
            <a:extLst>
              <a:ext uri="{FF2B5EF4-FFF2-40B4-BE49-F238E27FC236}">
                <a16:creationId xmlns:a16="http://schemas.microsoft.com/office/drawing/2014/main" id="{3FD57BDF-96BF-FA52-7257-7AC338654879}"/>
              </a:ext>
            </a:extLst>
          </p:cNvPr>
          <p:cNvPicPr>
            <a:picLocks noGrp="1" noRot="1" noChangeAspect="1" noMove="1" noResize="1" noEditPoints="1" noAdjustHandles="1" noChangeArrowheads="1" noChangeShapeType="1" noCrop="1"/>
          </p:cNvPicPr>
          <p:nvPr/>
        </p:nvPicPr>
        <p:blipFill>
          <a:blip r:embed="rId3">
            <a:alphaModFix amt="49000"/>
            <a:extLst>
              <a:ext uri="{BEBA8EAE-BF5A-486C-A8C5-ECC9F3942E4B}">
                <a14:imgProps xmlns:a14="http://schemas.microsoft.com/office/drawing/2010/main">
                  <a14:imgLayer r:embed="rId4">
                    <a14:imgEffect>
                      <a14:saturation/>
                    </a14:imgEffect>
                    <a14:imgEffect>
                      <a14:brightnessContrast/>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rcRect l="17287" t="9091" r="-1" b="-1"/>
          <a:stretch/>
        </p:blipFill>
        <p:spPr>
          <a:xfrm>
            <a:off x="20" y="10"/>
            <a:ext cx="17332489" cy="13715990"/>
          </a:xfrm>
          <a:prstGeom prst="rect">
            <a:avLst/>
          </a:prstGeom>
        </p:spPr>
      </p:pic>
      <p:sp>
        <p:nvSpPr>
          <p:cNvPr id="86" name="Rectangle 85">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21370" y="0"/>
            <a:ext cx="16956278"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56807" y="693765"/>
            <a:ext cx="292608" cy="14078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8" name="Rectangle 8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9206" y="9093840"/>
            <a:ext cx="8044625"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DECFCB6-3F9C-A047-B0A8-B039B4804896}"/>
              </a:ext>
            </a:extLst>
          </p:cNvPr>
          <p:cNvSpPr txBox="1"/>
          <p:nvPr/>
        </p:nvSpPr>
        <p:spPr>
          <a:xfrm>
            <a:off x="3047" y="12146340"/>
            <a:ext cx="12354790" cy="1569660"/>
          </a:xfrm>
          <a:prstGeom prst="rect">
            <a:avLst/>
          </a:prstGeom>
          <a:noFill/>
        </p:spPr>
        <p:txBody>
          <a:bodyPr wrap="square">
            <a:spAutoFit/>
            <a:scene3d>
              <a:camera prst="orthographicFront"/>
              <a:lightRig rig="threePt" dir="t"/>
            </a:scene3d>
            <a:sp3d extrusionH="57150">
              <a:bevelT w="69850" h="69850" prst="divot"/>
            </a:sp3d>
          </a:bodyPr>
          <a:lstStyle/>
          <a:p>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PROJECT IDEAS</a:t>
            </a:r>
          </a:p>
        </p:txBody>
      </p:sp>
      <p:sp>
        <p:nvSpPr>
          <p:cNvPr id="5" name="TextBox 4">
            <a:extLst>
              <a:ext uri="{FF2B5EF4-FFF2-40B4-BE49-F238E27FC236}">
                <a16:creationId xmlns:a16="http://schemas.microsoft.com/office/drawing/2014/main" id="{67E9E4C3-FFBD-425C-6E8D-1DD9839F88DC}"/>
              </a:ext>
            </a:extLst>
          </p:cNvPr>
          <p:cNvSpPr txBox="1">
            <a:spLocks noGrp="1" noRot="1" noMove="1" noResize="1" noEditPoints="1" noAdjustHandles="1" noChangeArrowheads="1" noChangeShapeType="1"/>
          </p:cNvSpPr>
          <p:nvPr/>
        </p:nvSpPr>
        <p:spPr>
          <a:xfrm>
            <a:off x="16156406" y="4508256"/>
            <a:ext cx="8044625" cy="4401205"/>
          </a:xfrm>
          <a:prstGeom prst="rect">
            <a:avLst/>
          </a:prstGeom>
          <a:noFill/>
        </p:spPr>
        <p:txBody>
          <a:bodyPr wrap="square" rtlCol="0">
            <a:spAutoFit/>
          </a:bodyPr>
          <a:lstStyle/>
          <a:p>
            <a:r>
              <a:rPr lang="en-US" sz="4000">
                <a:latin typeface="Biome" panose="020B0503030204020804" pitchFamily="34" charset="0"/>
                <a:cs typeface="Biome" panose="020B0503030204020804" pitchFamily="34" charset="0"/>
              </a:rPr>
              <a:t>Initially framed ideas for the project:</a:t>
            </a:r>
          </a:p>
          <a:p>
            <a:endParaRPr lang="en-US" sz="4000">
              <a:latin typeface="Biome" panose="020B0503030204020804" pitchFamily="34" charset="0"/>
              <a:cs typeface="Biome" panose="020B0503030204020804" pitchFamily="34" charset="0"/>
            </a:endParaRPr>
          </a:p>
          <a:p>
            <a:pPr marL="571500" indent="-571500">
              <a:buFont typeface="Arial" panose="020B0604020202020204" pitchFamily="34" charset="0"/>
              <a:buChar char="•"/>
            </a:pPr>
            <a:r>
              <a:rPr lang="en-US" sz="4000">
                <a:latin typeface="Biome" panose="020B0503030204020804" pitchFamily="34" charset="0"/>
                <a:cs typeface="Biome" panose="020B0503030204020804" pitchFamily="34" charset="0"/>
              </a:rPr>
              <a:t>Air Cargo Database</a:t>
            </a:r>
          </a:p>
          <a:p>
            <a:pPr marL="571500" indent="-571500">
              <a:buFont typeface="Arial" panose="020B0604020202020204" pitchFamily="34" charset="0"/>
              <a:buChar char="•"/>
            </a:pPr>
            <a:r>
              <a:rPr lang="en-US" sz="4000">
                <a:latin typeface="Biome" panose="020B0503030204020804" pitchFamily="34" charset="0"/>
                <a:cs typeface="Biome" panose="020B0503030204020804" pitchFamily="34" charset="0"/>
              </a:rPr>
              <a:t>Crimes in the United States</a:t>
            </a:r>
          </a:p>
          <a:p>
            <a:pPr marL="571500" indent="-571500">
              <a:buFont typeface="Arial" panose="020B0604020202020204" pitchFamily="34" charset="0"/>
              <a:buChar char="•"/>
            </a:pPr>
            <a:r>
              <a:rPr lang="en-US" sz="4000">
                <a:latin typeface="Biome" panose="020B0503030204020804" pitchFamily="34" charset="0"/>
                <a:cs typeface="Biome" panose="020B0503030204020804" pitchFamily="34" charset="0"/>
              </a:rPr>
              <a:t>Employee Performance Mapping</a:t>
            </a:r>
          </a:p>
        </p:txBody>
      </p:sp>
    </p:spTree>
    <p:extLst>
      <p:ext uri="{BB962C8B-B14F-4D97-AF65-F5344CB8AC3E}">
        <p14:creationId xmlns:p14="http://schemas.microsoft.com/office/powerpoint/2010/main" val="1258359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1F15B6-C50F-21A0-D4BE-2E0219C925D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5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argo plane with a cargo container&#10;&#10;Description automatically generated with medium confidence">
            <a:extLst>
              <a:ext uri="{FF2B5EF4-FFF2-40B4-BE49-F238E27FC236}">
                <a16:creationId xmlns:a16="http://schemas.microsoft.com/office/drawing/2014/main" id="{50506FBE-B7C8-B334-60C3-51F434685C85}"/>
              </a:ext>
            </a:extLst>
          </p:cNvPr>
          <p:cNvPicPr>
            <a:picLocks noGrp="1" noRot="1" noChangeAspect="1" noMove="1" noResize="1" noEditPoints="1" noAdjustHandles="1" noChangeArrowheads="1" noChangeShapeType="1" noCrop="1"/>
          </p:cNvPicPr>
          <p:nvPr/>
        </p:nvPicPr>
        <p:blipFill>
          <a:blip r:embed="rId3">
            <a:alphaModFix amt="35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8173" t="6484" r="27422"/>
          <a:stretch/>
        </p:blipFill>
        <p:spPr>
          <a:xfrm>
            <a:off x="7045140" y="10"/>
            <a:ext cx="17332510" cy="13715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508120" cy="13716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19408" y="693765"/>
            <a:ext cx="292608" cy="14078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807" y="9093840"/>
            <a:ext cx="7953208"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1DEBF83D-2C41-7EB2-8C12-9F796E818127}"/>
              </a:ext>
            </a:extLst>
          </p:cNvPr>
          <p:cNvSpPr txBox="1">
            <a:spLocks noGrp="1" noRot="1" noMove="1" noResize="1" noEditPoints="1" noAdjustHandles="1" noChangeArrowheads="1" noChangeShapeType="1"/>
          </p:cNvSpPr>
          <p:nvPr/>
        </p:nvSpPr>
        <p:spPr>
          <a:xfrm>
            <a:off x="11929837" y="12102763"/>
            <a:ext cx="12354790"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OuR PROJECT</a:t>
            </a:r>
          </a:p>
        </p:txBody>
      </p:sp>
      <mc:AlternateContent xmlns:mc="http://schemas.openxmlformats.org/markup-compatibility/2006">
        <mc:Choice xmlns:a14="http://schemas.microsoft.com/office/drawing/2010/main" Requires="a14">
          <p:sp>
            <p:nvSpPr>
              <p:cNvPr id="4" name="TextBox 1">
                <a:extLst>
                  <a:ext uri="{FF2B5EF4-FFF2-40B4-BE49-F238E27FC236}">
                    <a16:creationId xmlns:a16="http://schemas.microsoft.com/office/drawing/2014/main" id="{3A21481B-579C-65A0-A459-069ED91A3B6E}"/>
                  </a:ext>
                </a:extLst>
              </p:cNvPr>
              <p:cNvSpPr txBox="1">
                <a:spLocks noGrp="1" noRot="1" noMove="1" noResize="1" noEditPoints="1" noAdjustHandles="1" noChangeArrowheads="1" noChangeShapeType="1"/>
              </p:cNvSpPr>
              <p:nvPr/>
            </p:nvSpPr>
            <p:spPr>
              <a:xfrm>
                <a:off x="1458144" y="10656213"/>
                <a:ext cx="9881384" cy="1446550"/>
              </a:xfrm>
              <a:prstGeom prst="rect">
                <a:avLst/>
              </a:prstGeom>
              <a:noFill/>
            </p:spPr>
            <p:txBody>
              <a:bodyPr wrap="square" rtlCol="0">
                <a:spAutoFit/>
              </a:bodyPr>
              <a:ls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8800" i="1" dirty="0" smtClean="0">
                              <a:latin typeface="Cambria Math" panose="02040503050406030204" pitchFamily="18" charset="0"/>
                              <a:cs typeface="Biome Light" panose="020B0303030204020804" pitchFamily="34" charset="0"/>
                            </a:rPr>
                          </m:ctrlPr>
                        </m:sSubPr>
                        <m:e>
                          <m:r>
                            <a:rPr lang="en-US" sz="8800" i="1" dirty="0">
                              <a:latin typeface="Cambria Math" panose="02040503050406030204" pitchFamily="18" charset="0"/>
                              <a:cs typeface="Biome Light" panose="020B0303030204020804" pitchFamily="34" charset="0"/>
                            </a:rPr>
                            <m:t>𝐹𝑙𝑦𝐻𝑖𝑔h</m:t>
                          </m:r>
                          <m:r>
                            <a:rPr lang="en-US" sz="8800" b="0" i="1" dirty="0" smtClean="0">
                              <a:latin typeface="Cambria Math" panose="02040503050406030204" pitchFamily="18" charset="0"/>
                              <a:cs typeface="Biome Light" panose="020B0303030204020804" pitchFamily="34" charset="0"/>
                            </a:rPr>
                            <m:t> </m:t>
                          </m:r>
                        </m:e>
                        <m:sub>
                          <m:r>
                            <a:rPr lang="en-US" sz="4400" i="1">
                              <a:latin typeface="Cambria Math" panose="02040503050406030204" pitchFamily="18" charset="0"/>
                            </a:rPr>
                            <m:t>𝑌𝑜𝑢</m:t>
                          </m:r>
                          <m:r>
                            <a:rPr lang="en-US" sz="4400" i="1">
                              <a:latin typeface="Cambria Math" panose="02040503050406030204" pitchFamily="18" charset="0"/>
                            </a:rPr>
                            <m:t> </m:t>
                          </m:r>
                          <m:r>
                            <a:rPr lang="en-US" sz="4400" i="1">
                              <a:latin typeface="Cambria Math" panose="02040503050406030204" pitchFamily="18" charset="0"/>
                            </a:rPr>
                            <m:t>𝐶h𝑖𝑙𝑙</m:t>
                          </m:r>
                          <m:r>
                            <a:rPr lang="en-US" sz="4400" b="0" i="1" smtClean="0">
                              <a:latin typeface="Cambria Math" panose="02040503050406030204" pitchFamily="18" charset="0"/>
                            </a:rPr>
                            <m:t>,</m:t>
                          </m:r>
                          <m:r>
                            <a:rPr lang="en-US" sz="4400" i="1">
                              <a:latin typeface="Cambria Math" panose="02040503050406030204" pitchFamily="18" charset="0"/>
                            </a:rPr>
                            <m:t> </m:t>
                          </m:r>
                          <m:r>
                            <a:rPr lang="en-US" sz="4400" b="0" i="1" smtClean="0">
                              <a:latin typeface="Cambria Math" panose="02040503050406030204" pitchFamily="18" charset="0"/>
                            </a:rPr>
                            <m:t> </m:t>
                          </m:r>
                          <m:r>
                            <a:rPr lang="en-US" sz="4400" i="1">
                              <a:latin typeface="Cambria Math" panose="02040503050406030204" pitchFamily="18" charset="0"/>
                            </a:rPr>
                            <m:t>𝑊𝑒</m:t>
                          </m:r>
                          <m:r>
                            <a:rPr lang="en-US" sz="4400" i="1">
                              <a:latin typeface="Cambria Math" panose="02040503050406030204" pitchFamily="18" charset="0"/>
                            </a:rPr>
                            <m:t> </m:t>
                          </m:r>
                          <m:r>
                            <a:rPr lang="en-US" sz="4400" i="1">
                              <a:latin typeface="Cambria Math" panose="02040503050406030204" pitchFamily="18" charset="0"/>
                            </a:rPr>
                            <m:t>𝑑𝑒𝑙𝑖𝑣𝑒𝑟</m:t>
                          </m:r>
                          <m:r>
                            <a:rPr lang="en-US" sz="4400" b="0" i="1" smtClean="0">
                              <a:latin typeface="Cambria Math" panose="02040503050406030204" pitchFamily="18" charset="0"/>
                            </a:rPr>
                            <m:t>…</m:t>
                          </m:r>
                          <m:r>
                            <a:rPr lang="en-US" sz="8800" i="1">
                              <a:latin typeface="Cambria Math" panose="02040503050406030204" pitchFamily="18" charset="0"/>
                            </a:rPr>
                            <m:t> </m:t>
                          </m:r>
                        </m:sub>
                      </m:sSub>
                    </m:oMath>
                  </m:oMathPara>
                </a14:m>
                <a:endParaRPr lang="en-US" sz="7200">
                  <a:latin typeface="Lucida Handwriting" panose="03010101010101010101" pitchFamily="66" charset="0"/>
                  <a:cs typeface="Biome Light" panose="020B0303030204020804" pitchFamily="34" charset="0"/>
                </a:endParaRPr>
              </a:p>
            </p:txBody>
          </p:sp>
        </mc:Choice>
        <mc:Fallback>
          <p:sp>
            <p:nvSpPr>
              <p:cNvPr id="4" name="TextBox 1">
                <a:extLst>
                  <a:ext uri="{FF2B5EF4-FFF2-40B4-BE49-F238E27FC236}">
                    <a16:creationId xmlns:a16="http://schemas.microsoft.com/office/drawing/2014/main" id="{3A21481B-579C-65A0-A459-069ED91A3B6E}"/>
                  </a:ext>
                </a:extLst>
              </p:cNvPr>
              <p:cNvSpPr txBox="1">
                <a:spLocks noGrp="1" noRot="1" noChangeAspect="1" noMove="1" noResize="1" noEditPoints="1" noAdjustHandles="1" noChangeArrowheads="1" noChangeShapeType="1" noTextEdit="1"/>
              </p:cNvSpPr>
              <p:nvPr/>
            </p:nvSpPr>
            <p:spPr>
              <a:xfrm>
                <a:off x="1458144" y="10656213"/>
                <a:ext cx="9881384" cy="1446550"/>
              </a:xfrm>
              <a:prstGeom prst="rect">
                <a:avLst/>
              </a:prstGeom>
              <a:blipFill>
                <a:blip r:embed="rId5"/>
                <a:stretch>
                  <a:fillRect/>
                </a:stretch>
              </a:blipFill>
            </p:spPr>
            <p:txBody>
              <a:bodyPr/>
              <a:lstStyle/>
              <a:p>
                <a:r>
                  <a:rPr lang="en-US">
                    <a:noFill/>
                  </a:rPr>
                  <a:t> </a:t>
                </a:r>
              </a:p>
            </p:txBody>
          </p:sp>
        </mc:Fallback>
      </mc:AlternateContent>
      <p:sp>
        <p:nvSpPr>
          <p:cNvPr id="6" name="TextBox 3">
            <a:extLst>
              <a:ext uri="{FF2B5EF4-FFF2-40B4-BE49-F238E27FC236}">
                <a16:creationId xmlns:a16="http://schemas.microsoft.com/office/drawing/2014/main" id="{62DD2C8E-BB68-4799-02B9-42017C56AEC9}"/>
              </a:ext>
            </a:extLst>
          </p:cNvPr>
          <p:cNvSpPr txBox="1">
            <a:spLocks noGrp="1" noRot="1" noMove="1" noResize="1" noEditPoints="1" noAdjustHandles="1" noChangeArrowheads="1" noChangeShapeType="1"/>
          </p:cNvSpPr>
          <p:nvPr/>
        </p:nvSpPr>
        <p:spPr>
          <a:xfrm>
            <a:off x="2476453" y="1033610"/>
            <a:ext cx="6083333" cy="132343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a:lstStyle>
          <a:p>
            <a:r>
              <a:rPr lang="en-US" sz="4000">
                <a:latin typeface="Biome Light" panose="020B0303030204020804" pitchFamily="34" charset="0"/>
                <a:cs typeface="Biome Light" panose="020B0303030204020804" pitchFamily="34" charset="0"/>
              </a:rPr>
              <a:t>Problem Statement:</a:t>
            </a:r>
          </a:p>
          <a:p>
            <a:endParaRPr lang="en-US" sz="4000">
              <a:latin typeface="Biome Light" panose="020B0303030204020804" pitchFamily="34" charset="0"/>
              <a:cs typeface="Biome Light" panose="020B0303030204020804" pitchFamily="34" charset="0"/>
            </a:endParaRPr>
          </a:p>
        </p:txBody>
      </p:sp>
      <p:sp>
        <p:nvSpPr>
          <p:cNvPr id="7" name="TextBox 4">
            <a:extLst>
              <a:ext uri="{FF2B5EF4-FFF2-40B4-BE49-F238E27FC236}">
                <a16:creationId xmlns:a16="http://schemas.microsoft.com/office/drawing/2014/main" id="{022AFE47-92EF-1710-41E3-899D3FDB939C}"/>
              </a:ext>
            </a:extLst>
          </p:cNvPr>
          <p:cNvSpPr txBox="1">
            <a:spLocks noGrp="1" noRot="1" noMove="1" noResize="1" noEditPoints="1" noAdjustHandles="1" noChangeArrowheads="1" noChangeShapeType="1"/>
          </p:cNvSpPr>
          <p:nvPr/>
        </p:nvSpPr>
        <p:spPr>
          <a:xfrm>
            <a:off x="791512" y="9302161"/>
            <a:ext cx="5707656"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a:lstStyle>
          <a:p>
            <a:r>
              <a:rPr lang="en-US" sz="4000">
                <a:latin typeface="Biome" panose="020B0503030204020804" pitchFamily="34" charset="0"/>
                <a:ea typeface="Calibri"/>
                <a:cs typeface="Biome" panose="020B0503030204020804" pitchFamily="34" charset="0"/>
              </a:rPr>
              <a:t>Our Approach:</a:t>
            </a:r>
            <a:endParaRPr lang="en-US" sz="4000">
              <a:latin typeface="Biome" panose="020B0503030204020804" pitchFamily="34" charset="0"/>
              <a:cs typeface="Biome" panose="020B0503030204020804" pitchFamily="34" charset="0"/>
            </a:endParaRPr>
          </a:p>
        </p:txBody>
      </p:sp>
      <p:graphicFrame>
        <p:nvGraphicFramePr>
          <p:cNvPr id="23" name="TextBox 2">
            <a:extLst>
              <a:ext uri="{FF2B5EF4-FFF2-40B4-BE49-F238E27FC236}">
                <a16:creationId xmlns:a16="http://schemas.microsoft.com/office/drawing/2014/main" id="{F5B1AC31-CF8A-F613-E8CD-8BE80CF50F8C}"/>
              </a:ext>
            </a:extLst>
          </p:cNvPr>
          <p:cNvGraphicFramePr>
            <a:graphicFrameLocks/>
          </p:cNvGraphicFramePr>
          <p:nvPr>
            <p:extLst>
              <p:ext uri="{D42A27DB-BD31-4B8C-83A1-F6EECF244321}">
                <p14:modId xmlns:p14="http://schemas.microsoft.com/office/powerpoint/2010/main" val="360090773"/>
              </p:ext>
            </p:extLst>
          </p:nvPr>
        </p:nvGraphicFramePr>
        <p:xfrm>
          <a:off x="-667113" y="1577400"/>
          <a:ext cx="12354790" cy="769133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95264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437155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lane on the runway&#10;&#10;Description automatically generated">
            <a:extLst>
              <a:ext uri="{FF2B5EF4-FFF2-40B4-BE49-F238E27FC236}">
                <a16:creationId xmlns:a16="http://schemas.microsoft.com/office/drawing/2014/main" id="{17E8BA32-98E8-250E-FBA2-CB84F9EE12E5}"/>
              </a:ext>
            </a:extLst>
          </p:cNvPr>
          <p:cNvPicPr>
            <a:picLocks noGrp="1" noRot="1" noChangeAspect="1" noMove="1" noResize="1" noEditPoints="1" noAdjustHandles="1" noChangeArrowheads="1" noChangeShapeType="1" noCrop="1"/>
          </p:cNvPicPr>
          <p:nvPr/>
        </p:nvPicPr>
        <p:blipFill>
          <a:blip r:embed="rId4">
            <a:alphaModFix amt="35000"/>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7098" r="7267" b="-1"/>
          <a:stretch/>
        </p:blipFill>
        <p:spPr>
          <a:xfrm>
            <a:off x="1" y="10"/>
            <a:ext cx="19334248" cy="13715990"/>
          </a:xfrm>
          <a:prstGeom prst="rect">
            <a:avLst/>
          </a:prstGeom>
        </p:spPr>
      </p:pic>
      <p:sp>
        <p:nvSpPr>
          <p:cNvPr id="15" name="Rectangle 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47368" y="0"/>
            <a:ext cx="14130276"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BD1A9E-9DDC-3A25-B14C-E3F18E4F928F}"/>
              </a:ext>
            </a:extLst>
          </p:cNvPr>
          <p:cNvSpPr txBox="1">
            <a:spLocks noGrp="1" noRot="1" noMove="1" noResize="1" noEditPoints="1" noAdjustHandles="1" noChangeArrowheads="1" noChangeShapeType="1"/>
          </p:cNvSpPr>
          <p:nvPr/>
        </p:nvSpPr>
        <p:spPr>
          <a:xfrm>
            <a:off x="15059297" y="3898483"/>
            <a:ext cx="8349343" cy="591903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0" indent="-228600" defTabSz="914400">
              <a:lnSpc>
                <a:spcPct val="150000"/>
              </a:lnSpc>
              <a:spcAft>
                <a:spcPts val="600"/>
              </a:spcAft>
              <a:buFont typeface="Arial" panose="020B0604020202020204" pitchFamily="34" charset="0"/>
              <a:buChar char="•"/>
            </a:pPr>
            <a:r>
              <a:rPr lang="en-US" sz="4000">
                <a:latin typeface="Biome" panose="020B0503030204020804" pitchFamily="34" charset="0"/>
                <a:cs typeface="Biome" panose="020B0503030204020804" pitchFamily="34" charset="0"/>
              </a:rPr>
              <a:t>Design a normalized relational database.</a:t>
            </a:r>
          </a:p>
          <a:p>
            <a:pPr marL="571500" indent="-228600" defTabSz="914400">
              <a:lnSpc>
                <a:spcPct val="150000"/>
              </a:lnSpc>
              <a:spcAft>
                <a:spcPts val="600"/>
              </a:spcAft>
              <a:buFont typeface="Arial" panose="020B0604020202020204" pitchFamily="34" charset="0"/>
              <a:buChar char="•"/>
            </a:pPr>
            <a:r>
              <a:rPr lang="en-US" sz="4000">
                <a:latin typeface="Biome" panose="020B0503030204020804" pitchFamily="34" charset="0"/>
                <a:cs typeface="Biome" panose="020B0503030204020804" pitchFamily="34" charset="0"/>
              </a:rPr>
              <a:t>Enable efficient tracking of shipments.</a:t>
            </a:r>
          </a:p>
          <a:p>
            <a:pPr marL="571500" indent="-228600" defTabSz="914400">
              <a:lnSpc>
                <a:spcPct val="150000"/>
              </a:lnSpc>
              <a:spcAft>
                <a:spcPts val="600"/>
              </a:spcAft>
              <a:buFont typeface="Arial" panose="020B0604020202020204" pitchFamily="34" charset="0"/>
              <a:buChar char="•"/>
            </a:pPr>
            <a:r>
              <a:rPr lang="en-US" sz="4000">
                <a:latin typeface="Biome" panose="020B0503030204020804" pitchFamily="34" charset="0"/>
                <a:cs typeface="Biome" panose="020B0503030204020804" pitchFamily="34" charset="0"/>
              </a:rPr>
              <a:t>Provide insightful reports for strategic decisions.</a:t>
            </a:r>
          </a:p>
        </p:txBody>
      </p:sp>
      <p:sp>
        <p:nvSpPr>
          <p:cNvPr id="9" name="TextBox 8">
            <a:extLst>
              <a:ext uri="{FF2B5EF4-FFF2-40B4-BE49-F238E27FC236}">
                <a16:creationId xmlns:a16="http://schemas.microsoft.com/office/drawing/2014/main" id="{13E63CD5-B792-B0EB-7521-E8D06924DA85}"/>
              </a:ext>
            </a:extLst>
          </p:cNvPr>
          <p:cNvSpPr txBox="1">
            <a:spLocks noGrp="1" noRot="1" noMove="1" noResize="1" noEditPoints="1" noAdjustHandles="1" noChangeArrowheads="1" noChangeShapeType="1"/>
          </p:cNvSpPr>
          <p:nvPr/>
        </p:nvSpPr>
        <p:spPr>
          <a:xfrm>
            <a:off x="3047" y="12146340"/>
            <a:ext cx="12354790" cy="1569660"/>
          </a:xfrm>
          <a:prstGeom prst="rect">
            <a:avLst/>
          </a:prstGeom>
          <a:noFill/>
        </p:spPr>
        <p:txBody>
          <a:bodyPr wrap="square">
            <a:spAutoFit/>
            <a:scene3d>
              <a:camera prst="orthographicFront"/>
              <a:lightRig rig="threePt" dir="t"/>
            </a:scene3d>
            <a:sp3d extrusionH="57150">
              <a:bevelT w="69850" h="69850" prst="divot"/>
            </a:sp3d>
          </a:bodyPr>
          <a:lstStyle/>
          <a:p>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OUR GOALS</a:t>
            </a:r>
          </a:p>
        </p:txBody>
      </p:sp>
    </p:spTree>
    <p:extLst>
      <p:ext uri="{BB962C8B-B14F-4D97-AF65-F5344CB8AC3E}">
        <p14:creationId xmlns:p14="http://schemas.microsoft.com/office/powerpoint/2010/main" val="87450147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55A26-791D-4B8F-0AA6-B5D49B7B70BC}"/>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airplane with a large dome on the side&#10;&#10;Description automatically generated with medium confidence">
            <a:extLst>
              <a:ext uri="{FF2B5EF4-FFF2-40B4-BE49-F238E27FC236}">
                <a16:creationId xmlns:a16="http://schemas.microsoft.com/office/drawing/2014/main" id="{E5BA2205-591D-9FE3-4EF3-F9EF8F79E578}"/>
              </a:ext>
            </a:extLst>
          </p:cNvPr>
          <p:cNvPicPr>
            <a:picLocks noGrp="1" noRot="1" noChangeAspec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19" r="4190"/>
          <a:stretch/>
        </p:blipFill>
        <p:spPr>
          <a:xfrm>
            <a:off x="5043398" y="10"/>
            <a:ext cx="19334248" cy="13715990"/>
          </a:xfrm>
          <a:prstGeom prst="rect">
            <a:avLst/>
          </a:prstGeom>
        </p:spPr>
      </p:pic>
      <p:sp>
        <p:nvSpPr>
          <p:cNvPr id="20" name="Rectangle 1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6675"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52D8B2A-9B3A-3C25-87C4-72525CF763FA}"/>
              </a:ext>
            </a:extLst>
          </p:cNvPr>
          <p:cNvSpPr txBox="1"/>
          <p:nvPr/>
        </p:nvSpPr>
        <p:spPr>
          <a:xfrm>
            <a:off x="8499764" y="12146330"/>
            <a:ext cx="15883984"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SCOPE OF THE PROJECT</a:t>
            </a:r>
          </a:p>
        </p:txBody>
      </p:sp>
      <p:sp>
        <p:nvSpPr>
          <p:cNvPr id="2" name="TextBox 1">
            <a:extLst>
              <a:ext uri="{FF2B5EF4-FFF2-40B4-BE49-F238E27FC236}">
                <a16:creationId xmlns:a16="http://schemas.microsoft.com/office/drawing/2014/main" id="{EAAC608F-EAFE-964B-0B8B-A7B2A0579B13}"/>
              </a:ext>
            </a:extLst>
          </p:cNvPr>
          <p:cNvSpPr txBox="1"/>
          <p:nvPr/>
        </p:nvSpPr>
        <p:spPr>
          <a:xfrm>
            <a:off x="803551" y="772269"/>
            <a:ext cx="5602564" cy="99411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Times New Roman"/>
                <a:cs typeface="Segoe UI"/>
              </a:rPr>
              <a:t>Scope:  </a:t>
            </a:r>
            <a:br>
              <a:rPr lang="en-US" sz="4000" b="1">
                <a:latin typeface="Times New Roman"/>
                <a:cs typeface="Segoe UI"/>
              </a:rPr>
            </a:br>
            <a:br>
              <a:rPr lang="en-US" sz="4000" b="1">
                <a:latin typeface="Times New Roman"/>
                <a:cs typeface="Segoe UI"/>
              </a:rPr>
            </a:br>
            <a:r>
              <a:rPr lang="en-US" sz="4000">
                <a:latin typeface="Times New Roman"/>
                <a:cs typeface="Segoe UI"/>
              </a:rPr>
              <a:t>To analyze air cargo shipments, including flight details, cargo weight, type of goods, and delivery status. The goal is to improve logistics and ensure timely delivery.</a:t>
            </a:r>
            <a:r>
              <a:rPr lang="en-US" sz="4000">
                <a:latin typeface="Times New Roman"/>
                <a:cs typeface="Times New Roman"/>
              </a:rPr>
              <a:t> </a:t>
            </a:r>
          </a:p>
          <a:p>
            <a:endParaRPr lang="en-US" sz="4000">
              <a:latin typeface="Times New Roman"/>
              <a:cs typeface="Times New Roman"/>
            </a:endParaRPr>
          </a:p>
          <a:p>
            <a:r>
              <a:rPr lang="en-US" sz="4000" b="1">
                <a:latin typeface="Times New Roman"/>
                <a:cs typeface="Segoe UI"/>
              </a:rPr>
              <a:t>Resources Needed:</a:t>
            </a:r>
            <a:br>
              <a:rPr lang="en-US" sz="4000" b="1">
                <a:latin typeface="Times New Roman"/>
                <a:cs typeface="Segoe UI"/>
              </a:rPr>
            </a:br>
            <a:br>
              <a:rPr lang="en-US" sz="4000" b="1">
                <a:latin typeface="Times New Roman"/>
                <a:cs typeface="Segoe UI"/>
              </a:rPr>
            </a:br>
            <a:r>
              <a:rPr lang="en-US" sz="4000">
                <a:latin typeface="Times New Roman"/>
                <a:cs typeface="Segoe UI"/>
              </a:rPr>
              <a:t>Flight schedules, cargo details, destination data, shipment status, and customer information.</a:t>
            </a:r>
            <a:r>
              <a:rPr lang="en-US" sz="4000">
                <a:latin typeface="Times New Roman"/>
                <a:cs typeface="Times New Roman"/>
              </a:rPr>
              <a:t> </a:t>
            </a:r>
          </a:p>
        </p:txBody>
      </p:sp>
    </p:spTree>
    <p:extLst>
      <p:ext uri="{BB962C8B-B14F-4D97-AF65-F5344CB8AC3E}">
        <p14:creationId xmlns:p14="http://schemas.microsoft.com/office/powerpoint/2010/main" val="3517452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937F69-21BF-6D8A-BCDD-255665B08C4B}"/>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screen with a diagram&#10;&#10;Description automatically generated with medium confidence">
            <a:extLst>
              <a:ext uri="{FF2B5EF4-FFF2-40B4-BE49-F238E27FC236}">
                <a16:creationId xmlns:a16="http://schemas.microsoft.com/office/drawing/2014/main" id="{508ABDB5-BFF8-30CA-1B8C-37FCE4C2EBAB}"/>
              </a:ext>
            </a:extLst>
          </p:cNvPr>
          <p:cNvPicPr>
            <a:picLocks noGrp="1" noRot="1" noChangeAspec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5411" r="1" b="1"/>
          <a:stretch/>
        </p:blipFill>
        <p:spPr>
          <a:xfrm>
            <a:off x="5043398" y="10"/>
            <a:ext cx="19334248" cy="13715990"/>
          </a:xfrm>
          <a:prstGeom prst="rect">
            <a:avLst/>
          </a:prstGeom>
        </p:spPr>
      </p:pic>
      <p:sp>
        <p:nvSpPr>
          <p:cNvPr id="72" name="Rectangle 7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6675"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1D95CEC-DB60-59C1-BE98-4B41634F7F6D}"/>
              </a:ext>
            </a:extLst>
          </p:cNvPr>
          <p:cNvSpPr txBox="1">
            <a:spLocks noGrp="1" noRot="1" noMove="1" noResize="1" noEditPoints="1" noAdjustHandles="1" noChangeArrowheads="1" noChangeShapeType="1"/>
          </p:cNvSpPr>
          <p:nvPr/>
        </p:nvSpPr>
        <p:spPr>
          <a:xfrm>
            <a:off x="1663769" y="12042547"/>
            <a:ext cx="22707785"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DATABASE DESIGN METHODOLOGY</a:t>
            </a:r>
          </a:p>
        </p:txBody>
      </p:sp>
      <p:sp>
        <p:nvSpPr>
          <p:cNvPr id="2" name="TextBox 1">
            <a:extLst>
              <a:ext uri="{FF2B5EF4-FFF2-40B4-BE49-F238E27FC236}">
                <a16:creationId xmlns:a16="http://schemas.microsoft.com/office/drawing/2014/main" id="{6E27D2C2-B812-457F-B465-4FF6054F260A}"/>
              </a:ext>
            </a:extLst>
          </p:cNvPr>
          <p:cNvSpPr txBox="1"/>
          <p:nvPr/>
        </p:nvSpPr>
        <p:spPr>
          <a:xfrm>
            <a:off x="1352827" y="851848"/>
            <a:ext cx="7748409" cy="80945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latin typeface="Times New Roman"/>
                <a:cs typeface="Times New Roman"/>
              </a:rPr>
              <a:t>Our design methodology involved:</a:t>
            </a:r>
            <a:br>
              <a:rPr lang="en-US" sz="4000">
                <a:latin typeface="Times New Roman"/>
                <a:ea typeface="Calibri"/>
                <a:cs typeface="Calibri"/>
              </a:rPr>
            </a:br>
            <a:br>
              <a:rPr lang="en-US" sz="4000">
                <a:latin typeface="Times New Roman"/>
              </a:rPr>
            </a:br>
            <a:r>
              <a:rPr lang="en-US" sz="4000">
                <a:latin typeface="Times New Roman"/>
                <a:cs typeface="Times New Roman"/>
              </a:rPr>
              <a:t>1. Identifying entities and attributes based on domain requirements.</a:t>
            </a:r>
            <a:br>
              <a:rPr lang="en-US" sz="4000">
                <a:latin typeface="Times New Roman"/>
                <a:ea typeface="Calibri"/>
                <a:cs typeface="Calibri"/>
              </a:rPr>
            </a:br>
            <a:br>
              <a:rPr lang="en-US" sz="4000">
                <a:latin typeface="Times New Roman"/>
              </a:rPr>
            </a:br>
            <a:r>
              <a:rPr lang="en-US" sz="4000">
                <a:latin typeface="Times New Roman"/>
                <a:cs typeface="Times New Roman"/>
              </a:rPr>
              <a:t>2. Establishing relationships between entities, such as Customers linked to their respective Cargo and Shipments.</a:t>
            </a:r>
            <a:br>
              <a:rPr lang="en-US" sz="4000">
                <a:latin typeface="Times New Roman"/>
                <a:ea typeface="Calibri"/>
                <a:cs typeface="Calibri"/>
              </a:rPr>
            </a:br>
            <a:br>
              <a:rPr lang="en-US" sz="4000">
                <a:latin typeface="Times New Roman"/>
              </a:rPr>
            </a:br>
            <a:r>
              <a:rPr lang="en-US" sz="4000">
                <a:latin typeface="Times New Roman"/>
                <a:cs typeface="Times New Roman"/>
              </a:rPr>
              <a:t>3. Defining constraints like Primary and Foreign Keys to maintain data integrity.</a:t>
            </a:r>
            <a:endParaRPr lang="en-US" sz="4000">
              <a:latin typeface="Times New Roman"/>
              <a:ea typeface="Calibri"/>
              <a:cs typeface="Times New Roman"/>
            </a:endParaRPr>
          </a:p>
        </p:txBody>
      </p:sp>
    </p:spTree>
    <p:extLst>
      <p:ext uri="{BB962C8B-B14F-4D97-AF65-F5344CB8AC3E}">
        <p14:creationId xmlns:p14="http://schemas.microsoft.com/office/powerpoint/2010/main" val="291426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8ADC9B-EF05-D7D8-A18B-7D7BE69490AA}"/>
            </a:ext>
          </a:extLst>
        </p:cNvPr>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50" cy="13716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cargo route&#10;&#10;Description automatically generated">
            <a:extLst>
              <a:ext uri="{FF2B5EF4-FFF2-40B4-BE49-F238E27FC236}">
                <a16:creationId xmlns:a16="http://schemas.microsoft.com/office/drawing/2014/main" id="{509741B5-5FCB-60AC-DE2F-55EDBFAB5A7D}"/>
              </a:ext>
            </a:extLst>
          </p:cNvPr>
          <p:cNvPicPr>
            <a:picLocks noChangeAspect="1"/>
          </p:cNvPicPr>
          <p:nvPr/>
        </p:nvPicPr>
        <p:blipFill>
          <a:blip r:embed="rId2"/>
          <a:stretch>
            <a:fillRect/>
          </a:stretch>
        </p:blipFill>
        <p:spPr>
          <a:xfrm>
            <a:off x="9908711" y="25522"/>
            <a:ext cx="12731833" cy="10845071"/>
          </a:xfrm>
          <a:prstGeom prst="rect">
            <a:avLst/>
          </a:prstGeom>
        </p:spPr>
      </p:pic>
      <p:sp>
        <p:nvSpPr>
          <p:cNvPr id="79" name="Freeform: Shape 78">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880984"/>
            <a:ext cx="24377650" cy="3848666"/>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B88C2A9-CE0B-5B4C-37AD-D8DEFF095E76}"/>
              </a:ext>
            </a:extLst>
          </p:cNvPr>
          <p:cNvSpPr txBox="1"/>
          <p:nvPr/>
        </p:nvSpPr>
        <p:spPr>
          <a:xfrm>
            <a:off x="990507" y="12086699"/>
            <a:ext cx="22707785" cy="1569660"/>
          </a:xfrm>
          <a:prstGeom prst="rect">
            <a:avLst/>
          </a:prstGeom>
          <a:noFill/>
        </p:spPr>
        <p:txBody>
          <a:bodyPr wrap="square">
            <a:spAutoFit/>
            <a:scene3d>
              <a:camera prst="orthographicFront"/>
              <a:lightRig rig="threePt" dir="t"/>
            </a:scene3d>
            <a:sp3d extrusionH="57150">
              <a:bevelT w="69850" h="69850" prst="divot"/>
            </a:sp3d>
          </a:bodyPr>
          <a:lstStyle/>
          <a:p>
            <a:pPr algn="ct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INFORMATION FLOWCHART</a:t>
            </a:r>
          </a:p>
        </p:txBody>
      </p:sp>
      <p:sp>
        <p:nvSpPr>
          <p:cNvPr id="3" name="TextBox 2">
            <a:extLst>
              <a:ext uri="{FF2B5EF4-FFF2-40B4-BE49-F238E27FC236}">
                <a16:creationId xmlns:a16="http://schemas.microsoft.com/office/drawing/2014/main" id="{2E17C520-B82C-E9BB-1A06-C5FD43ED0355}"/>
              </a:ext>
            </a:extLst>
          </p:cNvPr>
          <p:cNvSpPr txBox="1"/>
          <p:nvPr/>
        </p:nvSpPr>
        <p:spPr>
          <a:xfrm>
            <a:off x="806804" y="851848"/>
            <a:ext cx="7748409"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Times New Roman"/>
              <a:buAutoNum type="arabicPeriod"/>
            </a:pPr>
            <a:r>
              <a:rPr lang="en-US" sz="4000">
                <a:latin typeface="Times New Roman"/>
                <a:cs typeface="Times New Roman"/>
              </a:rPr>
              <a:t>Customer data flows into cargo to capture shipment details. </a:t>
            </a:r>
            <a:br>
              <a:rPr lang="en-US" sz="4000">
                <a:latin typeface="Times New Roman"/>
                <a:cs typeface="Times New Roman"/>
              </a:rPr>
            </a:br>
            <a:endParaRPr lang="en-US" sz="4000">
              <a:latin typeface="Times New Roman"/>
              <a:cs typeface="Times New Roman"/>
            </a:endParaRPr>
          </a:p>
          <a:p>
            <a:pPr marL="228600" indent="-228600">
              <a:buFont typeface="Times New Roman"/>
              <a:buAutoNum type="arabicPeriod" startAt="2"/>
            </a:pPr>
            <a:r>
              <a:rPr lang="en-US" sz="4000">
                <a:latin typeface="Times New Roman"/>
                <a:cs typeface="Times New Roman"/>
              </a:rPr>
              <a:t>Cargo is processed for shipment through a carrier along with specific route.</a:t>
            </a:r>
            <a:br>
              <a:rPr lang="en-US" sz="4000">
                <a:latin typeface="Times New Roman"/>
                <a:cs typeface="Times New Roman"/>
              </a:rPr>
            </a:br>
            <a:r>
              <a:rPr lang="en-US" sz="4000">
                <a:latin typeface="Times New Roman"/>
                <a:cs typeface="Times New Roman"/>
              </a:rPr>
              <a:t> </a:t>
            </a:r>
          </a:p>
          <a:p>
            <a:pPr marL="228600" indent="-228600">
              <a:buFont typeface="Times New Roman"/>
              <a:buAutoNum type="arabicPeriod" startAt="3"/>
            </a:pPr>
            <a:r>
              <a:rPr lang="en-US" sz="4000">
                <a:latin typeface="Times New Roman"/>
                <a:cs typeface="Times New Roman"/>
              </a:rPr>
              <a:t>Real-time tracking updates shipment progress. </a:t>
            </a:r>
            <a:br>
              <a:rPr lang="en-US" sz="4000">
                <a:latin typeface="Times New Roman"/>
                <a:cs typeface="Times New Roman"/>
              </a:rPr>
            </a:br>
            <a:endParaRPr lang="en-US" sz="4000">
              <a:latin typeface="Times New Roman"/>
              <a:cs typeface="Times New Roman"/>
            </a:endParaRPr>
          </a:p>
          <a:p>
            <a:pPr marL="228600" indent="-228600">
              <a:buFont typeface="Times New Roman"/>
              <a:buAutoNum type="arabicPeriod" startAt="4"/>
            </a:pPr>
            <a:r>
              <a:rPr lang="en-US" sz="4000">
                <a:latin typeface="Times New Roman"/>
                <a:cs typeface="Times New Roman"/>
              </a:rPr>
              <a:t>Invoice generated for the customer once the shipment is complete. </a:t>
            </a:r>
          </a:p>
        </p:txBody>
      </p:sp>
    </p:spTree>
    <p:extLst>
      <p:ext uri="{BB962C8B-B14F-4D97-AF65-F5344CB8AC3E}">
        <p14:creationId xmlns:p14="http://schemas.microsoft.com/office/powerpoint/2010/main" val="80260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2296B01-2005-18A4-EB13-9FD526DAA409}"/>
            </a:ext>
          </a:extLst>
        </p:cNvPr>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999D55A-93CB-FDBB-28C3-A4E5D54A8DBA}"/>
              </a:ext>
            </a:extLst>
          </p:cNvPr>
          <p:cNvSpPr txBox="1"/>
          <p:nvPr/>
        </p:nvSpPr>
        <p:spPr>
          <a:xfrm>
            <a:off x="1780212" y="1280160"/>
            <a:ext cx="7466083" cy="7132320"/>
          </a:xfrm>
          <a:prstGeom prst="rect">
            <a:avLst/>
          </a:prstGeom>
        </p:spPr>
        <p:txBody>
          <a:bodyPr vert="horz" lIns="91440" tIns="45720" rIns="91440" bIns="45720" rtlCol="0" anchor="b">
            <a:normAutofit/>
            <a:scene3d>
              <a:camera prst="orthographicFront"/>
              <a:lightRig rig="threePt" dir="t"/>
            </a:scene3d>
            <a:sp3d extrusionH="57150">
              <a:bevelT w="69850" h="69850" prst="divot"/>
            </a:sp3d>
          </a:bodyPr>
          <a:lstStyle/>
          <a:p>
            <a:pPr defTabSz="914400">
              <a:lnSpc>
                <a:spcPct val="90000"/>
              </a:lnSpc>
              <a:spcBef>
                <a:spcPct val="0"/>
              </a:spcBef>
              <a:spcAft>
                <a:spcPts val="600"/>
              </a:spcAft>
            </a:pPr>
            <a:r>
              <a:rPr lang="en-US" sz="10700" b="1" spc="600">
                <a:effectLst>
                  <a:outerShdw blurRad="50800" dist="38100" algn="l" rotWithShape="0">
                    <a:prstClr val="black">
                      <a:alpha val="40000"/>
                    </a:prstClr>
                  </a:outerShdw>
                </a:effectLst>
                <a:latin typeface="+mj-lt"/>
                <a:ea typeface="+mj-ea"/>
                <a:cs typeface="+mj-cs"/>
              </a:rPr>
              <a:t>ER DIAGRAM</a:t>
            </a:r>
          </a:p>
        </p:txBody>
      </p:sp>
      <p:sp>
        <p:nvSpPr>
          <p:cNvPr id="10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0212" y="8818534"/>
            <a:ext cx="6947630" cy="36576"/>
          </a:xfrm>
          <a:custGeom>
            <a:avLst/>
            <a:gdLst>
              <a:gd name="connsiteX0" fmla="*/ 0 w 6947630"/>
              <a:gd name="connsiteY0" fmla="*/ 0 h 36576"/>
              <a:gd name="connsiteX1" fmla="*/ 625287 w 6947630"/>
              <a:gd name="connsiteY1" fmla="*/ 0 h 36576"/>
              <a:gd name="connsiteX2" fmla="*/ 1181097 w 6947630"/>
              <a:gd name="connsiteY2" fmla="*/ 0 h 36576"/>
              <a:gd name="connsiteX3" fmla="*/ 1945336 w 6947630"/>
              <a:gd name="connsiteY3" fmla="*/ 0 h 36576"/>
              <a:gd name="connsiteX4" fmla="*/ 2709576 w 6947630"/>
              <a:gd name="connsiteY4" fmla="*/ 0 h 36576"/>
              <a:gd name="connsiteX5" fmla="*/ 3404339 w 6947630"/>
              <a:gd name="connsiteY5" fmla="*/ 0 h 36576"/>
              <a:gd name="connsiteX6" fmla="*/ 3890673 w 6947630"/>
              <a:gd name="connsiteY6" fmla="*/ 0 h 36576"/>
              <a:gd name="connsiteX7" fmla="*/ 4654912 w 6947630"/>
              <a:gd name="connsiteY7" fmla="*/ 0 h 36576"/>
              <a:gd name="connsiteX8" fmla="*/ 5141246 w 6947630"/>
              <a:gd name="connsiteY8" fmla="*/ 0 h 36576"/>
              <a:gd name="connsiteX9" fmla="*/ 5627580 w 6947630"/>
              <a:gd name="connsiteY9" fmla="*/ 0 h 36576"/>
              <a:gd name="connsiteX10" fmla="*/ 6947630 w 6947630"/>
              <a:gd name="connsiteY10" fmla="*/ 0 h 36576"/>
              <a:gd name="connsiteX11" fmla="*/ 6947630 w 6947630"/>
              <a:gd name="connsiteY11" fmla="*/ 36576 h 36576"/>
              <a:gd name="connsiteX12" fmla="*/ 6113914 w 6947630"/>
              <a:gd name="connsiteY12" fmla="*/ 36576 h 36576"/>
              <a:gd name="connsiteX13" fmla="*/ 5419151 w 6947630"/>
              <a:gd name="connsiteY13" fmla="*/ 36576 h 36576"/>
              <a:gd name="connsiteX14" fmla="*/ 4585436 w 6947630"/>
              <a:gd name="connsiteY14" fmla="*/ 36576 h 36576"/>
              <a:gd name="connsiteX15" fmla="*/ 4029625 w 6947630"/>
              <a:gd name="connsiteY15" fmla="*/ 36576 h 36576"/>
              <a:gd name="connsiteX16" fmla="*/ 3334862 w 6947630"/>
              <a:gd name="connsiteY16" fmla="*/ 36576 h 36576"/>
              <a:gd name="connsiteX17" fmla="*/ 2501147 w 6947630"/>
              <a:gd name="connsiteY17" fmla="*/ 36576 h 36576"/>
              <a:gd name="connsiteX18" fmla="*/ 1875860 w 6947630"/>
              <a:gd name="connsiteY18" fmla="*/ 36576 h 36576"/>
              <a:gd name="connsiteX19" fmla="*/ 1042145 w 6947630"/>
              <a:gd name="connsiteY19" fmla="*/ 36576 h 36576"/>
              <a:gd name="connsiteX20" fmla="*/ 0 w 6947630"/>
              <a:gd name="connsiteY20" fmla="*/ 36576 h 36576"/>
              <a:gd name="connsiteX21" fmla="*/ 0 w 6947630"/>
              <a:gd name="connsiteY2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47630" h="36576" fill="none" extrusionOk="0">
                <a:moveTo>
                  <a:pt x="0" y="0"/>
                </a:moveTo>
                <a:cubicBezTo>
                  <a:pt x="197502" y="-24729"/>
                  <a:pt x="368061" y="-30956"/>
                  <a:pt x="625287" y="0"/>
                </a:cubicBezTo>
                <a:cubicBezTo>
                  <a:pt x="882513" y="30956"/>
                  <a:pt x="1053103" y="22709"/>
                  <a:pt x="1181097" y="0"/>
                </a:cubicBezTo>
                <a:cubicBezTo>
                  <a:pt x="1309091" y="-22709"/>
                  <a:pt x="1566716" y="3956"/>
                  <a:pt x="1945336" y="0"/>
                </a:cubicBezTo>
                <a:cubicBezTo>
                  <a:pt x="2323956" y="-3956"/>
                  <a:pt x="2462336" y="14179"/>
                  <a:pt x="2709576" y="0"/>
                </a:cubicBezTo>
                <a:cubicBezTo>
                  <a:pt x="2956816" y="-14179"/>
                  <a:pt x="3078089" y="7478"/>
                  <a:pt x="3404339" y="0"/>
                </a:cubicBezTo>
                <a:cubicBezTo>
                  <a:pt x="3730589" y="-7478"/>
                  <a:pt x="3750714" y="10882"/>
                  <a:pt x="3890673" y="0"/>
                </a:cubicBezTo>
                <a:cubicBezTo>
                  <a:pt x="4030632" y="-10882"/>
                  <a:pt x="4445587" y="9005"/>
                  <a:pt x="4654912" y="0"/>
                </a:cubicBezTo>
                <a:cubicBezTo>
                  <a:pt x="4864237" y="-9005"/>
                  <a:pt x="4905775" y="20963"/>
                  <a:pt x="5141246" y="0"/>
                </a:cubicBezTo>
                <a:cubicBezTo>
                  <a:pt x="5376717" y="-20963"/>
                  <a:pt x="5386446" y="-178"/>
                  <a:pt x="5627580" y="0"/>
                </a:cubicBezTo>
                <a:cubicBezTo>
                  <a:pt x="5868714" y="178"/>
                  <a:pt x="6428059" y="-61159"/>
                  <a:pt x="6947630" y="0"/>
                </a:cubicBezTo>
                <a:cubicBezTo>
                  <a:pt x="6948966" y="14036"/>
                  <a:pt x="6946192" y="18623"/>
                  <a:pt x="6947630" y="36576"/>
                </a:cubicBezTo>
                <a:cubicBezTo>
                  <a:pt x="6641557" y="75709"/>
                  <a:pt x="6367040" y="8144"/>
                  <a:pt x="6113914" y="36576"/>
                </a:cubicBezTo>
                <a:cubicBezTo>
                  <a:pt x="5860788" y="65008"/>
                  <a:pt x="5570909" y="41212"/>
                  <a:pt x="5419151" y="36576"/>
                </a:cubicBezTo>
                <a:cubicBezTo>
                  <a:pt x="5267393" y="31940"/>
                  <a:pt x="4797649" y="53798"/>
                  <a:pt x="4585436" y="36576"/>
                </a:cubicBezTo>
                <a:cubicBezTo>
                  <a:pt x="4373223" y="19354"/>
                  <a:pt x="4277598" y="31793"/>
                  <a:pt x="4029625" y="36576"/>
                </a:cubicBezTo>
                <a:cubicBezTo>
                  <a:pt x="3781652" y="41359"/>
                  <a:pt x="3539931" y="23434"/>
                  <a:pt x="3334862" y="36576"/>
                </a:cubicBezTo>
                <a:cubicBezTo>
                  <a:pt x="3129793" y="49718"/>
                  <a:pt x="2766505" y="75403"/>
                  <a:pt x="2501147" y="36576"/>
                </a:cubicBezTo>
                <a:cubicBezTo>
                  <a:pt x="2235789" y="-2251"/>
                  <a:pt x="2122774" y="28577"/>
                  <a:pt x="1875860" y="36576"/>
                </a:cubicBezTo>
                <a:cubicBezTo>
                  <a:pt x="1628946" y="44575"/>
                  <a:pt x="1334345" y="17963"/>
                  <a:pt x="1042145" y="36576"/>
                </a:cubicBezTo>
                <a:cubicBezTo>
                  <a:pt x="749946" y="55189"/>
                  <a:pt x="308118" y="18658"/>
                  <a:pt x="0" y="36576"/>
                </a:cubicBezTo>
                <a:cubicBezTo>
                  <a:pt x="-44" y="24172"/>
                  <a:pt x="86" y="11981"/>
                  <a:pt x="0" y="0"/>
                </a:cubicBezTo>
                <a:close/>
              </a:path>
              <a:path w="6947630" h="36576" stroke="0" extrusionOk="0">
                <a:moveTo>
                  <a:pt x="0" y="0"/>
                </a:moveTo>
                <a:cubicBezTo>
                  <a:pt x="145600" y="10736"/>
                  <a:pt x="427726" y="26855"/>
                  <a:pt x="555810" y="0"/>
                </a:cubicBezTo>
                <a:cubicBezTo>
                  <a:pt x="683894" y="-26855"/>
                  <a:pt x="1178754" y="41389"/>
                  <a:pt x="1389526" y="0"/>
                </a:cubicBezTo>
                <a:cubicBezTo>
                  <a:pt x="1600298" y="-41389"/>
                  <a:pt x="1760572" y="23120"/>
                  <a:pt x="1875860" y="0"/>
                </a:cubicBezTo>
                <a:cubicBezTo>
                  <a:pt x="1991148" y="-23120"/>
                  <a:pt x="2249910" y="-19758"/>
                  <a:pt x="2362194" y="0"/>
                </a:cubicBezTo>
                <a:cubicBezTo>
                  <a:pt x="2474478" y="19758"/>
                  <a:pt x="2884886" y="16640"/>
                  <a:pt x="3056957" y="0"/>
                </a:cubicBezTo>
                <a:cubicBezTo>
                  <a:pt x="3229028" y="-16640"/>
                  <a:pt x="3394446" y="-1415"/>
                  <a:pt x="3682244" y="0"/>
                </a:cubicBezTo>
                <a:cubicBezTo>
                  <a:pt x="3970042" y="1415"/>
                  <a:pt x="4145085" y="-32133"/>
                  <a:pt x="4446483" y="0"/>
                </a:cubicBezTo>
                <a:cubicBezTo>
                  <a:pt x="4747881" y="32133"/>
                  <a:pt x="4751353" y="24771"/>
                  <a:pt x="5002294" y="0"/>
                </a:cubicBezTo>
                <a:cubicBezTo>
                  <a:pt x="5253235" y="-24771"/>
                  <a:pt x="5433163" y="12681"/>
                  <a:pt x="5836009" y="0"/>
                </a:cubicBezTo>
                <a:cubicBezTo>
                  <a:pt x="6238855" y="-12681"/>
                  <a:pt x="6704809" y="-41643"/>
                  <a:pt x="6947630" y="0"/>
                </a:cubicBezTo>
                <a:cubicBezTo>
                  <a:pt x="6947932" y="16774"/>
                  <a:pt x="6947059" y="27779"/>
                  <a:pt x="6947630" y="36576"/>
                </a:cubicBezTo>
                <a:cubicBezTo>
                  <a:pt x="6748396" y="27711"/>
                  <a:pt x="6550611" y="40360"/>
                  <a:pt x="6391820" y="36576"/>
                </a:cubicBezTo>
                <a:cubicBezTo>
                  <a:pt x="6233029" y="32793"/>
                  <a:pt x="6065602" y="16590"/>
                  <a:pt x="5836009" y="36576"/>
                </a:cubicBezTo>
                <a:cubicBezTo>
                  <a:pt x="5606416" y="56562"/>
                  <a:pt x="5429268" y="11554"/>
                  <a:pt x="5210723" y="36576"/>
                </a:cubicBezTo>
                <a:cubicBezTo>
                  <a:pt x="4992178" y="61598"/>
                  <a:pt x="4822371" y="18794"/>
                  <a:pt x="4724388" y="36576"/>
                </a:cubicBezTo>
                <a:cubicBezTo>
                  <a:pt x="4626406" y="54358"/>
                  <a:pt x="4315939" y="61161"/>
                  <a:pt x="4099102" y="36576"/>
                </a:cubicBezTo>
                <a:cubicBezTo>
                  <a:pt x="3882265" y="11991"/>
                  <a:pt x="3716938" y="22431"/>
                  <a:pt x="3543291" y="36576"/>
                </a:cubicBezTo>
                <a:cubicBezTo>
                  <a:pt x="3369644" y="50721"/>
                  <a:pt x="2946116" y="23307"/>
                  <a:pt x="2709576" y="36576"/>
                </a:cubicBezTo>
                <a:cubicBezTo>
                  <a:pt x="2473037" y="49845"/>
                  <a:pt x="2238803" y="19478"/>
                  <a:pt x="1945336" y="36576"/>
                </a:cubicBezTo>
                <a:cubicBezTo>
                  <a:pt x="1651869" y="53674"/>
                  <a:pt x="1621204" y="15829"/>
                  <a:pt x="1459002" y="36576"/>
                </a:cubicBezTo>
                <a:cubicBezTo>
                  <a:pt x="1296800" y="57323"/>
                  <a:pt x="998251" y="54202"/>
                  <a:pt x="764239" y="36576"/>
                </a:cubicBezTo>
                <a:cubicBezTo>
                  <a:pt x="530227" y="18950"/>
                  <a:pt x="378810" y="72444"/>
                  <a:pt x="0" y="36576"/>
                </a:cubicBezTo>
                <a:cubicBezTo>
                  <a:pt x="566" y="19755"/>
                  <a:pt x="-1" y="8736"/>
                  <a:pt x="0" y="0"/>
                </a:cubicBezTo>
                <a:close/>
              </a:path>
            </a:pathLst>
          </a:custGeom>
          <a:solidFill>
            <a:schemeClr val="accent2"/>
          </a:solidFill>
          <a:ln w="4445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7F27C8C4-C1E7-FE1F-0B41-2894B3F77175}"/>
              </a:ext>
            </a:extLst>
          </p:cNvPr>
          <p:cNvPicPr>
            <a:picLocks noChangeAspect="1"/>
          </p:cNvPicPr>
          <p:nvPr/>
        </p:nvPicPr>
        <p:blipFill>
          <a:blip r:embed="rId2">
            <a:extLst>
              <a:ext uri="{28A0092B-C50C-407E-A947-70E740481C1C}">
                <a14:useLocalDpi xmlns:a14="http://schemas.microsoft.com/office/drawing/2010/main" val="0"/>
              </a:ext>
            </a:extLst>
          </a:blip>
          <a:srcRect l="-15766" r="740" b="1"/>
          <a:stretch/>
        </p:blipFill>
        <p:spPr bwMode="auto">
          <a:xfrm>
            <a:off x="8316687" y="10"/>
            <a:ext cx="16057918" cy="13715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Tree>
    <p:extLst>
      <p:ext uri="{BB962C8B-B14F-4D97-AF65-F5344CB8AC3E}">
        <p14:creationId xmlns:p14="http://schemas.microsoft.com/office/powerpoint/2010/main" val="3331870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F3B672-78FC-E34B-0894-EEFCA48E6984}"/>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B46DC794-12F5-6943-F22B-0E3C920F6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E762CD-4D70-4160-9E71-BFF109A252FA}"/>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2287" t="13625" r="19888" b="12818"/>
          <a:stretch/>
        </p:blipFill>
        <p:spPr>
          <a:xfrm>
            <a:off x="4165151" y="-37174"/>
            <a:ext cx="20206403" cy="13612207"/>
          </a:xfrm>
          <a:prstGeom prst="rect">
            <a:avLst/>
          </a:prstGeom>
        </p:spPr>
      </p:pic>
      <p:sp>
        <p:nvSpPr>
          <p:cNvPr id="72" name="Rectangle 71">
            <a:extLst>
              <a:ext uri="{FF2B5EF4-FFF2-40B4-BE49-F238E27FC236}">
                <a16:creationId xmlns:a16="http://schemas.microsoft.com/office/drawing/2014/main" id="{072728C9-B03D-39B4-3515-BD5C4E133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6675"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46F90B6-2BA3-FFBF-51DF-EBD5F3F44F6E}"/>
              </a:ext>
            </a:extLst>
          </p:cNvPr>
          <p:cNvSpPr txBox="1">
            <a:spLocks/>
          </p:cNvSpPr>
          <p:nvPr/>
        </p:nvSpPr>
        <p:spPr>
          <a:xfrm>
            <a:off x="724987" y="1506071"/>
            <a:ext cx="9978872" cy="1078454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28600" defTabSz="914400">
              <a:lnSpc>
                <a:spcPct val="150000"/>
              </a:lnSpc>
              <a:spcAft>
                <a:spcPts val="600"/>
              </a:spcAft>
            </a:pPr>
            <a:r>
              <a:rPr lang="en-US" sz="4000" b="1">
                <a:latin typeface="Times New Roman"/>
                <a:cs typeface="Biome"/>
              </a:rPr>
              <a:t>First Normal Form (1NF):  </a:t>
            </a:r>
            <a:endParaRPr lang="en-US" sz="4000">
              <a:latin typeface="Times New Roman"/>
              <a:cs typeface="Biome"/>
            </a:endParaRPr>
          </a:p>
          <a:p>
            <a:pPr marL="457200" indent="-228600" defTabSz="914400">
              <a:lnSpc>
                <a:spcPct val="200000"/>
              </a:lnSpc>
              <a:spcAft>
                <a:spcPts val="600"/>
              </a:spcAft>
              <a:buFont typeface="Arial" panose="020B0604020202020204" pitchFamily="34" charset="0"/>
              <a:buChar char="•"/>
            </a:pPr>
            <a:r>
              <a:rPr lang="en-US" sz="4000">
                <a:latin typeface="Times New Roman"/>
                <a:cs typeface="Biome"/>
              </a:rPr>
              <a:t>Objective: Ensure atomicity by eliminating repeating groups and having each field contain a single value.  </a:t>
            </a:r>
          </a:p>
          <a:p>
            <a:pPr marL="457200" indent="-228600" defTabSz="914400">
              <a:lnSpc>
                <a:spcPct val="200000"/>
              </a:lnSpc>
              <a:spcAft>
                <a:spcPts val="600"/>
              </a:spcAft>
              <a:buFont typeface="Arial" panose="020B0604020202020204" pitchFamily="34" charset="0"/>
              <a:buChar char="•"/>
            </a:pPr>
            <a:r>
              <a:rPr lang="en-US" sz="4000">
                <a:latin typeface="Times New Roman"/>
                <a:cs typeface="Biome"/>
              </a:rPr>
              <a:t>Application: Separate Contact Info in Customers and Carriers into individual fields for Email and Phone.  </a:t>
            </a:r>
          </a:p>
        </p:txBody>
      </p:sp>
      <p:sp>
        <p:nvSpPr>
          <p:cNvPr id="6" name="TextBox 5">
            <a:extLst>
              <a:ext uri="{FF2B5EF4-FFF2-40B4-BE49-F238E27FC236}">
                <a16:creationId xmlns:a16="http://schemas.microsoft.com/office/drawing/2014/main" id="{7730E2CA-7FD0-5C90-7174-4593CCA0F3C4}"/>
              </a:ext>
            </a:extLst>
          </p:cNvPr>
          <p:cNvSpPr txBox="1">
            <a:spLocks noGrp="1" noRot="1" noMove="1" noResize="1" noEditPoints="1" noAdjustHandles="1" noChangeArrowheads="1" noChangeShapeType="1"/>
          </p:cNvSpPr>
          <p:nvPr/>
        </p:nvSpPr>
        <p:spPr>
          <a:xfrm>
            <a:off x="1663769" y="12042547"/>
            <a:ext cx="22707785"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NORMALIZATION</a:t>
            </a:r>
          </a:p>
        </p:txBody>
      </p:sp>
    </p:spTree>
    <p:extLst>
      <p:ext uri="{BB962C8B-B14F-4D97-AF65-F5344CB8AC3E}">
        <p14:creationId xmlns:p14="http://schemas.microsoft.com/office/powerpoint/2010/main" val="50939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6DFE4C-A44C-7630-C4AD-151A635F8B67}"/>
            </a:ext>
          </a:extLst>
        </p:cNvPr>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437155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E56DFED-44E5-5AFB-7934-2F0E9D5CD88A}"/>
              </a:ext>
            </a:extLst>
          </p:cNvPr>
          <p:cNvPicPr>
            <a:picLocks noChangeAspect="1"/>
          </p:cNvPicPr>
          <p:nvPr/>
        </p:nvPicPr>
        <p:blipFill>
          <a:blip r:embed="rId2">
            <a:extLst>
              <a:ext uri="{28A0092B-C50C-407E-A947-70E740481C1C}">
                <a14:useLocalDpi xmlns:a14="http://schemas.microsoft.com/office/drawing/2010/main" val="0"/>
              </a:ext>
            </a:extLst>
          </a:blip>
          <a:srcRect l="25731" r="-9936"/>
          <a:stretch/>
        </p:blipFill>
        <p:spPr>
          <a:xfrm>
            <a:off x="6097" y="10"/>
            <a:ext cx="17133592" cy="13715990"/>
          </a:xfrm>
          <a:prstGeom prst="rect">
            <a:avLst/>
          </a:prstGeom>
        </p:spPr>
      </p:pic>
      <p:sp>
        <p:nvSpPr>
          <p:cNvPr id="79" name="Rectangle 7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47368" y="0"/>
            <a:ext cx="14130276"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24B060F-C28C-4028-8442-8FB44AB28193}"/>
              </a:ext>
            </a:extLst>
          </p:cNvPr>
          <p:cNvSpPr txBox="1">
            <a:spLocks/>
          </p:cNvSpPr>
          <p:nvPr/>
        </p:nvSpPr>
        <p:spPr>
          <a:xfrm>
            <a:off x="13978593" y="2827666"/>
            <a:ext cx="9978872" cy="1078454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l" rtl="0" eaLnBrk="1" latinLnBrk="0" hangingPunct="1">
              <a:lnSpc>
                <a:spcPct val="150000"/>
              </a:lnSpc>
              <a:buClrTx/>
              <a:buSzPts val="4000"/>
            </a:pPr>
            <a:r>
              <a:rPr lang="en-IN" sz="4000" b="1" kern="1200">
                <a:solidFill>
                  <a:srgbClr val="999999"/>
                </a:solidFill>
                <a:effectLst/>
                <a:latin typeface="Times New Roman"/>
                <a:cs typeface="Biome"/>
              </a:rPr>
              <a:t>Second Normal Form (2NF):</a:t>
            </a:r>
            <a:r>
              <a:rPr lang="en-US" sz="4000" kern="1200">
                <a:solidFill>
                  <a:srgbClr val="999999"/>
                </a:solidFill>
                <a:effectLst/>
                <a:latin typeface="Times New Roman"/>
                <a:cs typeface="Biome"/>
              </a:rPr>
              <a:t>  ​</a:t>
            </a:r>
            <a:endParaRPr lang="en-US" sz="4000">
              <a:effectLst/>
              <a:latin typeface="Times New Roman"/>
              <a:cs typeface="Biome"/>
            </a:endParaRPr>
          </a:p>
          <a:p>
            <a:pPr marL="571500" indent="-571500" algn="l" rtl="0" eaLnBrk="1" latinLnBrk="0" hangingPunct="1">
              <a:lnSpc>
                <a:spcPct val="150000"/>
              </a:lnSpc>
              <a:buFont typeface="Arial" panose="020B0604020202020204" pitchFamily="34" charset="0"/>
              <a:buChar char="•"/>
            </a:pPr>
            <a:r>
              <a:rPr lang="en-IN" sz="4000" kern="1200">
                <a:solidFill>
                  <a:srgbClr val="999999"/>
                </a:solidFill>
                <a:effectLst/>
                <a:latin typeface="Times New Roman"/>
                <a:cs typeface="Biome"/>
              </a:rPr>
              <a:t> Objective: Eliminate partial dependencies, where fields should depend on the whole primary key.</a:t>
            </a:r>
            <a:r>
              <a:rPr lang="en-US" sz="4000" kern="1200">
                <a:solidFill>
                  <a:srgbClr val="999999"/>
                </a:solidFill>
                <a:effectLst/>
                <a:latin typeface="Times New Roman"/>
                <a:cs typeface="Biome"/>
              </a:rPr>
              <a:t>  </a:t>
            </a:r>
            <a:endParaRPr lang="en-US" sz="4000">
              <a:effectLst/>
              <a:latin typeface="Times New Roman"/>
              <a:cs typeface="Biome"/>
            </a:endParaRPr>
          </a:p>
          <a:p>
            <a:pPr marL="571500" indent="-571500">
              <a:lnSpc>
                <a:spcPct val="150000"/>
              </a:lnSpc>
              <a:buFont typeface="Arial" panose="020B0604020202020204" pitchFamily="34" charset="0"/>
              <a:buChar char="•"/>
            </a:pPr>
            <a:r>
              <a:rPr lang="en-IN" sz="4000" kern="1200">
                <a:solidFill>
                  <a:srgbClr val="999999"/>
                </a:solidFill>
                <a:effectLst/>
                <a:latin typeface="Times New Roman"/>
                <a:cs typeface="Biome"/>
              </a:rPr>
              <a:t>Application: All tables are already in 2NF because they have single-column primary keys or composite keys without partial dependencies.</a:t>
            </a:r>
            <a:r>
              <a:rPr lang="en-US" sz="4000" kern="1200">
                <a:solidFill>
                  <a:srgbClr val="999999"/>
                </a:solidFill>
                <a:effectLst/>
                <a:latin typeface="Biome"/>
                <a:cs typeface="Biome"/>
              </a:rPr>
              <a:t> </a:t>
            </a:r>
            <a:endParaRPr lang="en-US" sz="4000">
              <a:latin typeface="Biome"/>
              <a:cs typeface="Biome"/>
            </a:endParaRPr>
          </a:p>
        </p:txBody>
      </p:sp>
      <p:sp>
        <p:nvSpPr>
          <p:cNvPr id="5" name="TextBox 4">
            <a:extLst>
              <a:ext uri="{FF2B5EF4-FFF2-40B4-BE49-F238E27FC236}">
                <a16:creationId xmlns:a16="http://schemas.microsoft.com/office/drawing/2014/main" id="{7E27F6E9-6197-2984-1D59-DC3C875F0791}"/>
              </a:ext>
            </a:extLst>
          </p:cNvPr>
          <p:cNvSpPr txBox="1"/>
          <p:nvPr/>
        </p:nvSpPr>
        <p:spPr>
          <a:xfrm>
            <a:off x="420185" y="12042547"/>
            <a:ext cx="22707785" cy="1569660"/>
          </a:xfrm>
          <a:prstGeom prst="rect">
            <a:avLst/>
          </a:prstGeom>
          <a:noFill/>
        </p:spPr>
        <p:txBody>
          <a:bodyPr wrap="square">
            <a:spAutoFit/>
            <a:scene3d>
              <a:camera prst="orthographicFront"/>
              <a:lightRig rig="threePt" dir="t"/>
            </a:scene3d>
            <a:sp3d extrusionH="57150">
              <a:bevelT w="69850" h="69850" prst="divot"/>
            </a:sp3d>
          </a:bodyPr>
          <a:lstStyle/>
          <a:p>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NORMALIZATION</a:t>
            </a:r>
          </a:p>
        </p:txBody>
      </p:sp>
    </p:spTree>
    <p:extLst>
      <p:ext uri="{BB962C8B-B14F-4D97-AF65-F5344CB8AC3E}">
        <p14:creationId xmlns:p14="http://schemas.microsoft.com/office/powerpoint/2010/main" val="2126567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B49AC2-469D-0340-3DAA-96509010AFE6}"/>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09000084-0161-319A-0A70-7AE1413DE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1A3C4AD-67F3-76EE-F09B-094A89A919F2}"/>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2287" t="13625" r="19888" b="12818"/>
          <a:stretch/>
        </p:blipFill>
        <p:spPr>
          <a:xfrm>
            <a:off x="4165151" y="-37174"/>
            <a:ext cx="20206403" cy="13612207"/>
          </a:xfrm>
          <a:prstGeom prst="rect">
            <a:avLst/>
          </a:prstGeom>
        </p:spPr>
      </p:pic>
      <p:sp>
        <p:nvSpPr>
          <p:cNvPr id="72" name="Rectangle 71">
            <a:extLst>
              <a:ext uri="{FF2B5EF4-FFF2-40B4-BE49-F238E27FC236}">
                <a16:creationId xmlns:a16="http://schemas.microsoft.com/office/drawing/2014/main" id="{8BF564FE-C219-CBAD-D822-1C9A03053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6675"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F943F2-C832-88CE-8522-1A6A61DB7269}"/>
              </a:ext>
            </a:extLst>
          </p:cNvPr>
          <p:cNvSpPr txBox="1">
            <a:spLocks/>
          </p:cNvSpPr>
          <p:nvPr/>
        </p:nvSpPr>
        <p:spPr>
          <a:xfrm>
            <a:off x="392408" y="629003"/>
            <a:ext cx="10390780" cy="1294603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defTabSz="914400">
              <a:lnSpc>
                <a:spcPct val="150000"/>
              </a:lnSpc>
              <a:spcAft>
                <a:spcPts val="600"/>
              </a:spcAft>
            </a:pPr>
            <a:r>
              <a:rPr lang="en-US" sz="4000" b="1">
                <a:latin typeface="Times New Roman"/>
                <a:cs typeface="Biome"/>
              </a:rPr>
              <a:t>Third Normal Form (3NF):  ​</a:t>
            </a:r>
          </a:p>
          <a:p>
            <a:pPr marL="800100" indent="-571500" defTabSz="914400">
              <a:lnSpc>
                <a:spcPct val="150000"/>
              </a:lnSpc>
              <a:spcAft>
                <a:spcPts val="600"/>
              </a:spcAft>
              <a:buFont typeface="Arial" panose="020B0604020202020204" pitchFamily="34" charset="0"/>
              <a:buChar char="•"/>
            </a:pPr>
            <a:r>
              <a:rPr lang="en-US" sz="4000">
                <a:latin typeface="Times New Roman"/>
                <a:cs typeface="Biome"/>
              </a:rPr>
              <a:t>Objective: Eliminate transitive dependencies, where non-primary attributes depend on the primary key directly.  ​</a:t>
            </a:r>
          </a:p>
          <a:p>
            <a:pPr marL="800100" indent="-571500" defTabSz="914400">
              <a:lnSpc>
                <a:spcPct val="150000"/>
              </a:lnSpc>
              <a:spcAft>
                <a:spcPts val="600"/>
              </a:spcAft>
              <a:buFont typeface="Arial" panose="020B0604020202020204" pitchFamily="34" charset="0"/>
              <a:buChar char="•"/>
            </a:pPr>
            <a:r>
              <a:rPr lang="en-US" sz="4000">
                <a:latin typeface="Times New Roman"/>
                <a:cs typeface="Biome"/>
              </a:rPr>
              <a:t>Application: We removed any non-primary dependencies. For example, Invoices now only stores essential financial details relevant to Shipments and avoids data like Customer Name, which would be redundant. And Separate out Location in Airports to maintain unique data attributes and ensure that attributes in each table are directly related to the primary key</a:t>
            </a:r>
            <a:r>
              <a:rPr lang="en-US" sz="4000" b="1">
                <a:latin typeface="Times New Roman"/>
                <a:cs typeface="Biome"/>
              </a:rPr>
              <a:t>.</a:t>
            </a:r>
            <a:endParaRPr lang="en-US" sz="4000">
              <a:latin typeface="Times New Roman"/>
              <a:cs typeface="Biome"/>
            </a:endParaRPr>
          </a:p>
        </p:txBody>
      </p:sp>
      <p:sp>
        <p:nvSpPr>
          <p:cNvPr id="6" name="TextBox 5">
            <a:extLst>
              <a:ext uri="{FF2B5EF4-FFF2-40B4-BE49-F238E27FC236}">
                <a16:creationId xmlns:a16="http://schemas.microsoft.com/office/drawing/2014/main" id="{DD62C17D-DE91-2803-A153-CB04C69FA8DD}"/>
              </a:ext>
            </a:extLst>
          </p:cNvPr>
          <p:cNvSpPr txBox="1">
            <a:spLocks noGrp="1" noRot="1" noMove="1" noResize="1" noEditPoints="1" noAdjustHandles="1" noChangeArrowheads="1" noChangeShapeType="1"/>
          </p:cNvSpPr>
          <p:nvPr/>
        </p:nvSpPr>
        <p:spPr>
          <a:xfrm>
            <a:off x="1663769" y="12042547"/>
            <a:ext cx="22707785"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NORMALIZATION</a:t>
            </a:r>
          </a:p>
        </p:txBody>
      </p:sp>
    </p:spTree>
    <p:extLst>
      <p:ext uri="{BB962C8B-B14F-4D97-AF65-F5344CB8AC3E}">
        <p14:creationId xmlns:p14="http://schemas.microsoft.com/office/powerpoint/2010/main" val="89822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48" cy="137147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3322D96-9C5C-3068-AF6B-FF0F1C9B623B}"/>
              </a:ext>
            </a:extLst>
          </p:cNvPr>
          <p:cNvSpPr txBox="1"/>
          <p:nvPr/>
        </p:nvSpPr>
        <p:spPr>
          <a:xfrm>
            <a:off x="18530990" y="4046220"/>
            <a:ext cx="4937962" cy="569214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defPPr>
              <a:defRPr lang="en-US"/>
            </a:defPPr>
            <a:lvl1pPr marL="228600" defTabSz="914400">
              <a:lnSpc>
                <a:spcPct val="150000"/>
              </a:lnSpc>
              <a:spcAft>
                <a:spcPts val="600"/>
              </a:spcAft>
              <a:defRPr sz="4000" b="1">
                <a:latin typeface="Biome" panose="020B0503030204020804" pitchFamily="34" charset="0"/>
                <a:cs typeface="Biome" panose="020B0503030204020804" pitchFamily="34" charset="0"/>
              </a:defRPr>
            </a:lvl1pPr>
          </a:lstStyle>
          <a:p>
            <a:pPr>
              <a:lnSpc>
                <a:spcPct val="90000"/>
              </a:lnSpc>
              <a:spcBef>
                <a:spcPct val="0"/>
              </a:spcBef>
            </a:pPr>
            <a:r>
              <a:rPr lang="en-US" sz="6800" kern="1200">
                <a:solidFill>
                  <a:schemeClr val="tx1"/>
                </a:solidFill>
                <a:latin typeface="+mj-lt"/>
                <a:ea typeface="+mj-ea"/>
                <a:cs typeface="+mj-cs"/>
              </a:rPr>
              <a:t>A snippet of database and Table creation in MySQL Workbench</a:t>
            </a:r>
          </a:p>
        </p:txBody>
      </p:sp>
      <p:sp>
        <p:nvSpPr>
          <p:cNvPr id="11" name="Rectangle 1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865711" y="-1652231"/>
            <a:ext cx="3430956" cy="17162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012" y="1328616"/>
            <a:ext cx="16161054" cy="112006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2377A00-3501-36C2-6BDA-039AFD10FD85}"/>
              </a:ext>
            </a:extLst>
          </p:cNvPr>
          <p:cNvPicPr>
            <a:picLocks noChangeAspect="1"/>
          </p:cNvPicPr>
          <p:nvPr/>
        </p:nvPicPr>
        <p:blipFill>
          <a:blip r:embed="rId2"/>
          <a:stretch>
            <a:fillRect/>
          </a:stretch>
        </p:blipFill>
        <p:spPr>
          <a:xfrm>
            <a:off x="1090192" y="2669415"/>
            <a:ext cx="15212645" cy="8519081"/>
          </a:xfrm>
          <a:prstGeom prst="rect">
            <a:avLst/>
          </a:prstGeom>
        </p:spPr>
      </p:pic>
      <p:sp>
        <p:nvSpPr>
          <p:cNvPr id="15" name="Rectangle 14">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896305" y="6784234"/>
            <a:ext cx="3438144" cy="304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29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48" cy="137147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F24CD9D-1751-03BC-18D2-769D8FB50334}"/>
              </a:ext>
            </a:extLst>
          </p:cNvPr>
          <p:cNvSpPr txBox="1"/>
          <p:nvPr/>
        </p:nvSpPr>
        <p:spPr>
          <a:xfrm>
            <a:off x="18530990" y="4046220"/>
            <a:ext cx="4937962" cy="569214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defPPr>
              <a:defRPr lang="en-US"/>
            </a:defPPr>
            <a:lvl1pPr marL="228600" defTabSz="914400">
              <a:lnSpc>
                <a:spcPct val="150000"/>
              </a:lnSpc>
              <a:spcAft>
                <a:spcPts val="600"/>
              </a:spcAft>
              <a:defRPr sz="4000" b="1">
                <a:latin typeface="Biome" panose="020B0503030204020804" pitchFamily="34" charset="0"/>
                <a:cs typeface="Biome" panose="020B0503030204020804" pitchFamily="34" charset="0"/>
              </a:defRPr>
            </a:lvl1pPr>
          </a:lstStyle>
          <a:p>
            <a:pPr>
              <a:lnSpc>
                <a:spcPct val="90000"/>
              </a:lnSpc>
              <a:spcBef>
                <a:spcPct val="0"/>
              </a:spcBef>
            </a:pPr>
            <a:r>
              <a:rPr lang="en-US" sz="6800" kern="1200">
                <a:solidFill>
                  <a:schemeClr val="tx1"/>
                </a:solidFill>
                <a:latin typeface="+mj-lt"/>
                <a:ea typeface="+mj-ea"/>
                <a:cs typeface="+mj-cs"/>
              </a:rPr>
              <a:t>A snippet of Data Ingestion to the tables in MySQL Workbench</a:t>
            </a:r>
          </a:p>
        </p:txBody>
      </p: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865711" y="-1652231"/>
            <a:ext cx="3430956" cy="17162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012" y="1328616"/>
            <a:ext cx="16161054" cy="112006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0972F35-7DEE-0B56-BF9B-60354ADB993F}"/>
              </a:ext>
            </a:extLst>
          </p:cNvPr>
          <p:cNvPicPr>
            <a:picLocks noChangeAspect="1"/>
          </p:cNvPicPr>
          <p:nvPr/>
        </p:nvPicPr>
        <p:blipFill>
          <a:blip r:embed="rId2"/>
          <a:stretch>
            <a:fillRect/>
          </a:stretch>
        </p:blipFill>
        <p:spPr>
          <a:xfrm>
            <a:off x="1090192" y="2612368"/>
            <a:ext cx="15212645" cy="8633176"/>
          </a:xfrm>
          <a:prstGeom prst="rect">
            <a:avLst/>
          </a:prstGeom>
        </p:spPr>
      </p:pic>
      <p:sp>
        <p:nvSpPr>
          <p:cNvPr id="17" name="Rectangle 16">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896305" y="6784234"/>
            <a:ext cx="3438144" cy="304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0DCF00F-4613-06C9-C338-CFB9E0511D65}"/>
              </a:ext>
            </a:extLst>
          </p:cNvPr>
          <p:cNvSpPr txBox="1"/>
          <p:nvPr/>
        </p:nvSpPr>
        <p:spPr>
          <a:xfrm>
            <a:off x="1123951" y="393490"/>
            <a:ext cx="20497800" cy="8612935"/>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Autofit/>
          </a:bodyPr>
          <a:lstStyle>
            <a:defPPr>
              <a:defRPr lang="en-US"/>
            </a:defPPr>
            <a:lvl1pPr marL="228600" defTabSz="914400">
              <a:lnSpc>
                <a:spcPct val="150000"/>
              </a:lnSpc>
              <a:spcAft>
                <a:spcPts val="600"/>
              </a:spcAft>
              <a:defRPr sz="4000" b="1">
                <a:latin typeface="Biome" panose="020B0503030204020804" pitchFamily="34" charset="0"/>
                <a:cs typeface="Biome" panose="020B0503030204020804" pitchFamily="34" charset="0"/>
              </a:defRPr>
            </a:lvl1pPr>
          </a:lstStyle>
          <a:p>
            <a:endParaRPr lang="en-US"/>
          </a:p>
        </p:txBody>
      </p:sp>
    </p:spTree>
    <p:extLst>
      <p:ext uri="{BB962C8B-B14F-4D97-AF65-F5344CB8AC3E}">
        <p14:creationId xmlns:p14="http://schemas.microsoft.com/office/powerpoint/2010/main" val="626668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48" cy="137147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343EB99-48D5-80C0-4DFB-7E368BE6DFFC}"/>
              </a:ext>
            </a:extLst>
          </p:cNvPr>
          <p:cNvSpPr txBox="1"/>
          <p:nvPr/>
        </p:nvSpPr>
        <p:spPr>
          <a:xfrm>
            <a:off x="908697" y="4046220"/>
            <a:ext cx="4937962" cy="569214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defPPr>
              <a:defRPr lang="en-US"/>
            </a:defPPr>
            <a:lvl1pPr marL="228600" defTabSz="914400">
              <a:lnSpc>
                <a:spcPct val="150000"/>
              </a:lnSpc>
              <a:spcAft>
                <a:spcPts val="600"/>
              </a:spcAft>
              <a:defRPr sz="4000" b="1">
                <a:latin typeface="Biome" panose="020B0503030204020804" pitchFamily="34" charset="0"/>
                <a:cs typeface="Biome" panose="020B0503030204020804" pitchFamily="34" charset="0"/>
              </a:defRPr>
            </a:lvl1pPr>
          </a:lstStyle>
          <a:p>
            <a:pPr>
              <a:lnSpc>
                <a:spcPct val="90000"/>
              </a:lnSpc>
              <a:spcBef>
                <a:spcPct val="0"/>
              </a:spcBef>
            </a:pPr>
            <a:r>
              <a:rPr lang="en-US" sz="7400">
                <a:latin typeface="+mj-lt"/>
                <a:ea typeface="+mj-ea"/>
                <a:cs typeface="+mj-cs"/>
              </a:rPr>
              <a:t>A snippet of the Table and its data</a:t>
            </a:r>
          </a:p>
        </p:txBody>
      </p:sp>
      <p:sp>
        <p:nvSpPr>
          <p:cNvPr id="22" name="Rectangle 2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43199" y="6784234"/>
            <a:ext cx="3438144" cy="304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4080983" y="-1652231"/>
            <a:ext cx="3430956" cy="17162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2583" y="1328616"/>
            <a:ext cx="16161054" cy="112006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F873276-6343-D675-EF85-319AB258E15F}"/>
              </a:ext>
            </a:extLst>
          </p:cNvPr>
          <p:cNvPicPr>
            <a:picLocks noChangeAspect="1"/>
          </p:cNvPicPr>
          <p:nvPr/>
        </p:nvPicPr>
        <p:blipFill>
          <a:blip r:embed="rId2"/>
          <a:stretch>
            <a:fillRect/>
          </a:stretch>
        </p:blipFill>
        <p:spPr>
          <a:xfrm>
            <a:off x="8584307" y="1766926"/>
            <a:ext cx="6448877" cy="5047488"/>
          </a:xfrm>
          <a:prstGeom prst="rect">
            <a:avLst/>
          </a:prstGeom>
        </p:spPr>
      </p:pic>
      <p:pic>
        <p:nvPicPr>
          <p:cNvPr id="10" name="Picture 9">
            <a:extLst>
              <a:ext uri="{FF2B5EF4-FFF2-40B4-BE49-F238E27FC236}">
                <a16:creationId xmlns:a16="http://schemas.microsoft.com/office/drawing/2014/main" id="{ABE3A037-F007-F1C3-224F-312AEEE36E90}"/>
              </a:ext>
            </a:extLst>
          </p:cNvPr>
          <p:cNvPicPr>
            <a:picLocks noChangeAspect="1"/>
          </p:cNvPicPr>
          <p:nvPr/>
        </p:nvPicPr>
        <p:blipFill>
          <a:blip r:embed="rId3"/>
          <a:stretch>
            <a:fillRect/>
          </a:stretch>
        </p:blipFill>
        <p:spPr>
          <a:xfrm>
            <a:off x="15851015" y="2180655"/>
            <a:ext cx="7404711" cy="4220030"/>
          </a:xfrm>
          <a:prstGeom prst="rect">
            <a:avLst/>
          </a:prstGeom>
        </p:spPr>
      </p:pic>
      <p:pic>
        <p:nvPicPr>
          <p:cNvPr id="4" name="Picture 3">
            <a:extLst>
              <a:ext uri="{FF2B5EF4-FFF2-40B4-BE49-F238E27FC236}">
                <a16:creationId xmlns:a16="http://schemas.microsoft.com/office/drawing/2014/main" id="{FCFB7E5C-6175-E07D-B957-271722186207}"/>
              </a:ext>
            </a:extLst>
          </p:cNvPr>
          <p:cNvPicPr>
            <a:picLocks noChangeAspect="1"/>
          </p:cNvPicPr>
          <p:nvPr/>
        </p:nvPicPr>
        <p:blipFill>
          <a:blip r:embed="rId4"/>
          <a:stretch>
            <a:fillRect/>
          </a:stretch>
        </p:blipFill>
        <p:spPr>
          <a:xfrm>
            <a:off x="8106390" y="7580373"/>
            <a:ext cx="7404711" cy="4146637"/>
          </a:xfrm>
          <a:prstGeom prst="rect">
            <a:avLst/>
          </a:prstGeom>
        </p:spPr>
      </p:pic>
      <p:pic>
        <p:nvPicPr>
          <p:cNvPr id="8" name="Picture 7">
            <a:extLst>
              <a:ext uri="{FF2B5EF4-FFF2-40B4-BE49-F238E27FC236}">
                <a16:creationId xmlns:a16="http://schemas.microsoft.com/office/drawing/2014/main" id="{CB1E76FC-63CE-D519-2C54-085D0D2AB4D2}"/>
              </a:ext>
            </a:extLst>
          </p:cNvPr>
          <p:cNvPicPr>
            <a:picLocks noChangeAspect="1"/>
          </p:cNvPicPr>
          <p:nvPr/>
        </p:nvPicPr>
        <p:blipFill>
          <a:blip r:embed="rId5"/>
          <a:stretch>
            <a:fillRect/>
          </a:stretch>
        </p:blipFill>
        <p:spPr>
          <a:xfrm>
            <a:off x="15861864" y="7596826"/>
            <a:ext cx="7404711" cy="4113728"/>
          </a:xfrm>
          <a:prstGeom prst="rect">
            <a:avLst/>
          </a:prstGeom>
        </p:spPr>
      </p:pic>
    </p:spTree>
    <p:extLst>
      <p:ext uri="{BB962C8B-B14F-4D97-AF65-F5344CB8AC3E}">
        <p14:creationId xmlns:p14="http://schemas.microsoft.com/office/powerpoint/2010/main" val="877260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48" cy="137147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907042" y="3781479"/>
            <a:ext cx="11720102" cy="4157203"/>
            <a:chOff x="6081624" y="1998368"/>
            <a:chExt cx="5613457" cy="782175"/>
          </a:xfrm>
          <a:solidFill>
            <a:schemeClr val="accent4"/>
          </a:solidFill>
        </p:grpSpPr>
        <p:sp>
          <p:nvSpPr>
            <p:cNvPr id="9" name="Rectangle 8">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8754" y="932688"/>
            <a:ext cx="22217670" cy="1183565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1">
            <a:extLst>
              <a:ext uri="{FF2B5EF4-FFF2-40B4-BE49-F238E27FC236}">
                <a16:creationId xmlns:a16="http://schemas.microsoft.com/office/drawing/2014/main" id="{24477E21-924F-91F9-EB91-C72B8CB875B3}"/>
              </a:ext>
            </a:extLst>
          </p:cNvPr>
          <p:cNvGraphicFramePr/>
          <p:nvPr/>
        </p:nvGraphicFramePr>
        <p:xfrm>
          <a:off x="924485" y="2931795"/>
          <a:ext cx="21917505" cy="50167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5414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50" cy="13716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7CC52F9-DC8F-C0CA-9891-EE0B8FC25CAC}"/>
              </a:ext>
            </a:extLst>
          </p:cNvPr>
          <p:cNvSpPr txBox="1"/>
          <p:nvPr/>
        </p:nvSpPr>
        <p:spPr>
          <a:xfrm>
            <a:off x="6893154" y="979016"/>
            <a:ext cx="15803727" cy="3335138"/>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endParaRPr lang="en-US" sz="7400" b="1" kern="1200">
              <a:latin typeface="Biome Light"/>
              <a:ea typeface="+mj-ea"/>
              <a:cs typeface="Biome Light"/>
            </a:endParaRPr>
          </a:p>
          <a:p>
            <a:pPr defTabSz="914400">
              <a:lnSpc>
                <a:spcPct val="90000"/>
              </a:lnSpc>
              <a:spcBef>
                <a:spcPct val="0"/>
              </a:spcBef>
              <a:spcAft>
                <a:spcPts val="600"/>
              </a:spcAft>
            </a:pPr>
            <a:r>
              <a:rPr lang="en-US" sz="7400" b="1" kern="1200">
                <a:latin typeface="Biome Light"/>
                <a:ea typeface="+mj-ea"/>
                <a:cs typeface="Biome Light"/>
              </a:rPr>
              <a:t>•Here are the reports created for strategic decision-making</a:t>
            </a:r>
            <a:r>
              <a:rPr lang="en-US" sz="7400" b="1" kern="1200">
                <a:latin typeface="+mj-lt"/>
                <a:ea typeface="+mj-ea"/>
                <a:cs typeface="+mj-cs"/>
              </a:rPr>
              <a:t>:</a:t>
            </a:r>
            <a:endParaRPr lang="en-US" sz="7400" b="1" kern="1200">
              <a:latin typeface="+mj-lt"/>
              <a:ea typeface="Calibri Light"/>
              <a:cs typeface="Calibri Light"/>
            </a:endParaRPr>
          </a:p>
          <a:p>
            <a:pPr defTabSz="914400">
              <a:lnSpc>
                <a:spcPct val="90000"/>
              </a:lnSpc>
              <a:spcBef>
                <a:spcPct val="0"/>
              </a:spcBef>
              <a:spcAft>
                <a:spcPts val="600"/>
              </a:spcAft>
            </a:pPr>
            <a:endParaRPr lang="en-US" sz="7400" b="1" kern="1200">
              <a:solidFill>
                <a:schemeClr val="tx1"/>
              </a:solidFill>
              <a:latin typeface="+mj-lt"/>
              <a:ea typeface="+mj-ea"/>
              <a:cs typeface="+mj-cs"/>
            </a:endParaRPr>
          </a:p>
        </p:txBody>
      </p:sp>
      <p:pic>
        <p:nvPicPr>
          <p:cNvPr id="7" name="Graphic 6" descr="Bar chart">
            <a:extLst>
              <a:ext uri="{FF2B5EF4-FFF2-40B4-BE49-F238E27FC236}">
                <a16:creationId xmlns:a16="http://schemas.microsoft.com/office/drawing/2014/main" id="{415F6299-B696-3D79-FF5C-8A31F1137A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5703" y="2551149"/>
            <a:ext cx="7750311" cy="7750311"/>
          </a:xfrm>
          <a:prstGeom prst="rect">
            <a:avLst/>
          </a:prstGeom>
        </p:spPr>
      </p:pic>
      <p:sp>
        <p:nvSpPr>
          <p:cNvPr id="2" name="TextBox 1">
            <a:extLst>
              <a:ext uri="{FF2B5EF4-FFF2-40B4-BE49-F238E27FC236}">
                <a16:creationId xmlns:a16="http://schemas.microsoft.com/office/drawing/2014/main" id="{28B7CD27-B43F-94C2-CA21-1354711002E8}"/>
              </a:ext>
            </a:extLst>
          </p:cNvPr>
          <p:cNvSpPr txBox="1"/>
          <p:nvPr/>
        </p:nvSpPr>
        <p:spPr>
          <a:xfrm>
            <a:off x="11190089" y="4811788"/>
            <a:ext cx="11506794" cy="639492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indent="-228600" defTabSz="914400">
              <a:lnSpc>
                <a:spcPct val="90000"/>
              </a:lnSpc>
              <a:spcAft>
                <a:spcPts val="600"/>
              </a:spcAft>
              <a:buFont typeface="Arial" panose="020B0604020202020204" pitchFamily="34" charset="0"/>
              <a:buChar char="•"/>
            </a:pPr>
            <a:r>
              <a:rPr lang="en-US" sz="3700" b="1">
                <a:latin typeface="Biome"/>
                <a:cs typeface="Biome"/>
              </a:rPr>
              <a:t>•(1) Shipment Tracking Report.(Purpose – To track the statues and location.)</a:t>
            </a:r>
            <a:r>
              <a:rPr lang="en-US" sz="3700">
                <a:latin typeface="Biome"/>
                <a:cs typeface="Biome"/>
              </a:rPr>
              <a:t>​</a:t>
            </a:r>
          </a:p>
          <a:p>
            <a:pPr indent="-228600" defTabSz="914400">
              <a:lnSpc>
                <a:spcPct val="90000"/>
              </a:lnSpc>
              <a:spcAft>
                <a:spcPts val="600"/>
              </a:spcAft>
              <a:buFont typeface="Arial" panose="020B0604020202020204" pitchFamily="34" charset="0"/>
              <a:buChar char="•"/>
            </a:pPr>
            <a:endParaRPr lang="en-US" sz="3700">
              <a:latin typeface="Biome"/>
              <a:cs typeface="Biome"/>
            </a:endParaRPr>
          </a:p>
          <a:p>
            <a:pPr indent="-228600" defTabSz="914400">
              <a:lnSpc>
                <a:spcPct val="90000"/>
              </a:lnSpc>
              <a:spcAft>
                <a:spcPts val="600"/>
              </a:spcAft>
              <a:buFont typeface="Arial" panose="020B0604020202020204" pitchFamily="34" charset="0"/>
              <a:buChar char="•"/>
            </a:pPr>
            <a:endParaRPr lang="en-US" sz="3700">
              <a:latin typeface="Biome"/>
              <a:cs typeface="Biome"/>
            </a:endParaRPr>
          </a:p>
          <a:p>
            <a:pPr indent="-228600" defTabSz="914400">
              <a:lnSpc>
                <a:spcPct val="90000"/>
              </a:lnSpc>
              <a:spcAft>
                <a:spcPts val="600"/>
              </a:spcAft>
              <a:buFont typeface="Arial" panose="020B0604020202020204" pitchFamily="34" charset="0"/>
              <a:buChar char="•"/>
            </a:pPr>
            <a:r>
              <a:rPr lang="en-US" sz="3700" b="1">
                <a:latin typeface="Biome"/>
                <a:cs typeface="Biome"/>
              </a:rPr>
              <a:t>• (2)Customer Shipment History.(Purpose – Customer shipping Frequency, item, destination, cost)</a:t>
            </a:r>
            <a:r>
              <a:rPr lang="en-US" sz="3700">
                <a:latin typeface="Biome"/>
                <a:cs typeface="Biome"/>
              </a:rPr>
              <a:t>​</a:t>
            </a:r>
          </a:p>
          <a:p>
            <a:pPr indent="-228600" defTabSz="914400">
              <a:lnSpc>
                <a:spcPct val="90000"/>
              </a:lnSpc>
              <a:spcAft>
                <a:spcPts val="600"/>
              </a:spcAft>
              <a:buFont typeface="Arial" panose="020B0604020202020204" pitchFamily="34" charset="0"/>
              <a:buChar char="•"/>
            </a:pPr>
            <a:endParaRPr lang="en-US" sz="3700">
              <a:latin typeface="Biome"/>
              <a:cs typeface="Biome"/>
            </a:endParaRPr>
          </a:p>
          <a:p>
            <a:pPr indent="-228600" defTabSz="914400">
              <a:lnSpc>
                <a:spcPct val="90000"/>
              </a:lnSpc>
              <a:spcAft>
                <a:spcPts val="600"/>
              </a:spcAft>
              <a:buFont typeface="Arial" panose="020B0604020202020204" pitchFamily="34" charset="0"/>
              <a:buChar char="•"/>
            </a:pPr>
            <a:endParaRPr lang="en-US" sz="3700">
              <a:latin typeface="Biome"/>
              <a:cs typeface="Biome"/>
            </a:endParaRPr>
          </a:p>
          <a:p>
            <a:pPr indent="-228600" defTabSz="914400">
              <a:lnSpc>
                <a:spcPct val="90000"/>
              </a:lnSpc>
              <a:spcAft>
                <a:spcPts val="600"/>
              </a:spcAft>
              <a:buFont typeface="Arial" panose="020B0604020202020204" pitchFamily="34" charset="0"/>
              <a:buChar char="•"/>
            </a:pPr>
            <a:r>
              <a:rPr lang="en-US" sz="3700" b="1">
                <a:latin typeface="Biome"/>
                <a:cs typeface="Biome"/>
              </a:rPr>
              <a:t>•(3)Carrier Performance Report.(purpose – to evaluate carrier performance </a:t>
            </a:r>
            <a:r>
              <a:rPr lang="en-US" sz="3700" b="1" err="1">
                <a:latin typeface="Biome"/>
                <a:cs typeface="Biome"/>
              </a:rPr>
              <a:t>bydelivery</a:t>
            </a:r>
            <a:r>
              <a:rPr lang="en-US" sz="3700" b="1">
                <a:latin typeface="Biome"/>
                <a:cs typeface="Biome"/>
              </a:rPr>
              <a:t> </a:t>
            </a:r>
            <a:r>
              <a:rPr lang="en-US" sz="3700" b="1" err="1">
                <a:latin typeface="Biome"/>
                <a:cs typeface="Biome"/>
              </a:rPr>
              <a:t>times,delays</a:t>
            </a:r>
            <a:r>
              <a:rPr lang="en-US" sz="3700" b="1">
                <a:latin typeface="Biome"/>
                <a:cs typeface="Biome"/>
              </a:rPr>
              <a:t>)</a:t>
            </a:r>
            <a:r>
              <a:rPr lang="en-US" sz="3700">
                <a:latin typeface="Biome"/>
                <a:cs typeface="Biome"/>
              </a:rPr>
              <a:t>​</a:t>
            </a:r>
          </a:p>
          <a:p>
            <a:pPr defTabSz="914400">
              <a:lnSpc>
                <a:spcPct val="90000"/>
              </a:lnSpc>
              <a:spcAft>
                <a:spcPts val="600"/>
              </a:spcAft>
            </a:pPr>
            <a:endParaRPr lang="en-US" sz="3700">
              <a:latin typeface="Biome"/>
              <a:cs typeface="Biome"/>
            </a:endParaRPr>
          </a:p>
          <a:p>
            <a:pPr indent="-228600" defTabSz="914400">
              <a:lnSpc>
                <a:spcPct val="90000"/>
              </a:lnSpc>
              <a:spcAft>
                <a:spcPts val="600"/>
              </a:spcAft>
              <a:buFont typeface="Arial" panose="020B0604020202020204" pitchFamily="34" charset="0"/>
              <a:buChar char="•"/>
            </a:pPr>
            <a:endParaRPr lang="en-US" sz="3700" b="1">
              <a:latin typeface="Biome"/>
              <a:cs typeface="Biome"/>
            </a:endParaRPr>
          </a:p>
        </p:txBody>
      </p:sp>
      <p:sp>
        <p:nvSpPr>
          <p:cNvPr id="24" name="Rectangle 23">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12801598"/>
            <a:ext cx="24377650" cy="913546"/>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75096" y="12801598"/>
            <a:ext cx="16302550" cy="913544"/>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336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48" cy="137147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6165838-44F3-B5F5-E10B-26637177FBAC}"/>
              </a:ext>
            </a:extLst>
          </p:cNvPr>
          <p:cNvSpPr txBox="1"/>
          <p:nvPr/>
        </p:nvSpPr>
        <p:spPr>
          <a:xfrm>
            <a:off x="18530990" y="4046220"/>
            <a:ext cx="4937962" cy="569214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Bef>
                <a:spcPct val="0"/>
              </a:spcBef>
              <a:spcAft>
                <a:spcPts val="600"/>
              </a:spcAft>
            </a:pPr>
            <a:endParaRPr lang="en-US" sz="4600" kern="1200">
              <a:solidFill>
                <a:schemeClr val="tx1"/>
              </a:solidFill>
              <a:latin typeface="+mj-lt"/>
              <a:ea typeface="+mj-ea"/>
              <a:cs typeface="+mj-cs"/>
            </a:endParaRPr>
          </a:p>
          <a:p>
            <a:pPr defTabSz="914400">
              <a:lnSpc>
                <a:spcPct val="90000"/>
              </a:lnSpc>
              <a:spcBef>
                <a:spcPct val="0"/>
              </a:spcBef>
              <a:spcAft>
                <a:spcPts val="600"/>
              </a:spcAft>
            </a:pPr>
            <a:r>
              <a:rPr lang="en-US" sz="4600" kern="1200">
                <a:latin typeface="+mj-lt"/>
                <a:ea typeface="+mj-ea"/>
                <a:cs typeface="+mj-cs"/>
              </a:rPr>
              <a:t>• </a:t>
            </a:r>
            <a:r>
              <a:rPr lang="en-US" sz="4600" b="1" kern="1200">
                <a:latin typeface="+mj-lt"/>
                <a:ea typeface="+mj-ea"/>
                <a:cs typeface="+mj-cs"/>
              </a:rPr>
              <a:t>Here </a:t>
            </a:r>
            <a:r>
              <a:rPr lang="en-US" sz="4600" b="1">
                <a:latin typeface="+mj-lt"/>
                <a:ea typeface="+mj-ea"/>
                <a:cs typeface="+mj-cs"/>
              </a:rPr>
              <a:t>is a sample </a:t>
            </a:r>
            <a:r>
              <a:rPr lang="en-US" sz="4600" b="1" kern="1200">
                <a:latin typeface="+mj-lt"/>
                <a:ea typeface="+mj-ea"/>
                <a:cs typeface="+mj-cs"/>
              </a:rPr>
              <a:t>SQL </a:t>
            </a:r>
            <a:r>
              <a:rPr lang="en-US" sz="4600" b="1">
                <a:latin typeface="+mj-lt"/>
                <a:ea typeface="+mj-ea"/>
                <a:cs typeface="+mj-cs"/>
              </a:rPr>
              <a:t>qurey </a:t>
            </a:r>
            <a:r>
              <a:rPr lang="en-US" sz="4600" b="1" kern="1200">
                <a:latin typeface="+mj-lt"/>
                <a:ea typeface="+mj-ea"/>
                <a:cs typeface="+mj-cs"/>
              </a:rPr>
              <a:t>snippets for generating reports:</a:t>
            </a:r>
            <a:endParaRPr lang="en-US" sz="4600" b="1" kern="1200">
              <a:latin typeface="+mj-lt"/>
              <a:ea typeface="Calibri Light"/>
              <a:cs typeface="Calibri Light"/>
            </a:endParaRPr>
          </a:p>
          <a:p>
            <a:pPr defTabSz="914400">
              <a:lnSpc>
                <a:spcPct val="90000"/>
              </a:lnSpc>
              <a:spcBef>
                <a:spcPct val="0"/>
              </a:spcBef>
              <a:spcAft>
                <a:spcPts val="600"/>
              </a:spcAft>
            </a:pPr>
            <a:endParaRPr lang="en-US" sz="4600" b="1" kern="1200">
              <a:solidFill>
                <a:schemeClr val="tx1"/>
              </a:solidFill>
              <a:latin typeface="+mj-lt"/>
              <a:ea typeface="+mj-ea"/>
              <a:cs typeface="+mj-cs"/>
            </a:endParaRPr>
          </a:p>
          <a:p>
            <a:pPr defTabSz="914400">
              <a:lnSpc>
                <a:spcPct val="90000"/>
              </a:lnSpc>
              <a:spcBef>
                <a:spcPct val="0"/>
              </a:spcBef>
              <a:spcAft>
                <a:spcPts val="600"/>
              </a:spcAft>
            </a:pPr>
            <a:r>
              <a:rPr lang="en-US" sz="4600" b="1" kern="1200">
                <a:latin typeface="+mj-lt"/>
                <a:ea typeface="+mj-ea"/>
                <a:cs typeface="+mj-cs"/>
              </a:rPr>
              <a:t>(1) Shipment Tracking</a:t>
            </a:r>
            <a:endParaRPr lang="en-US" sz="4600" b="1" kern="1200">
              <a:latin typeface="+mj-lt"/>
              <a:ea typeface="Calibri Light"/>
              <a:cs typeface="Calibri Light"/>
            </a:endParaRPr>
          </a:p>
          <a:p>
            <a:pPr defTabSz="914400">
              <a:lnSpc>
                <a:spcPct val="90000"/>
              </a:lnSpc>
              <a:spcBef>
                <a:spcPct val="0"/>
              </a:spcBef>
              <a:spcAft>
                <a:spcPts val="600"/>
              </a:spcAft>
            </a:pPr>
            <a:endParaRPr lang="en-US" sz="4600" kern="1200">
              <a:solidFill>
                <a:schemeClr val="tx1"/>
              </a:solidFill>
              <a:latin typeface="+mj-lt"/>
              <a:ea typeface="+mj-ea"/>
              <a:cs typeface="+mj-cs"/>
            </a:endParaRPr>
          </a:p>
          <a:p>
            <a:pPr defTabSz="914400">
              <a:lnSpc>
                <a:spcPct val="90000"/>
              </a:lnSpc>
              <a:spcBef>
                <a:spcPct val="0"/>
              </a:spcBef>
              <a:spcAft>
                <a:spcPts val="600"/>
              </a:spcAft>
            </a:pPr>
            <a:endParaRPr lang="en-US" sz="4600" kern="1200">
              <a:solidFill>
                <a:schemeClr val="tx1"/>
              </a:solidFill>
              <a:latin typeface="+mj-lt"/>
              <a:ea typeface="+mj-ea"/>
              <a:cs typeface="+mj-cs"/>
            </a:endParaRPr>
          </a:p>
        </p:txBody>
      </p:sp>
      <p:sp>
        <p:nvSpPr>
          <p:cNvPr id="16" name="Rectangle 1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865711" y="-1652231"/>
            <a:ext cx="3430956" cy="171623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012" y="1328616"/>
            <a:ext cx="16161054" cy="112006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B67ADA6-B207-59FE-D03B-9391DA902969}"/>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2757021" y="1717050"/>
            <a:ext cx="11878987" cy="10423812"/>
          </a:xfrm>
          <a:prstGeom prst="rect">
            <a:avLst/>
          </a:prstGeom>
        </p:spPr>
      </p:pic>
      <p:sp>
        <p:nvSpPr>
          <p:cNvPr id="20" name="Rectangle 1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896305" y="6784234"/>
            <a:ext cx="3438144" cy="304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8341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65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alculator, pen, compass, money and a paper with graphs printed on it">
            <a:extLst>
              <a:ext uri="{FF2B5EF4-FFF2-40B4-BE49-F238E27FC236}">
                <a16:creationId xmlns:a16="http://schemas.microsoft.com/office/drawing/2014/main" id="{9FAFC3A9-DD16-16FD-5230-8DEC1AD31FB4}"/>
              </a:ext>
            </a:extLst>
          </p:cNvPr>
          <p:cNvPicPr>
            <a:picLocks noChangeAspect="1"/>
          </p:cNvPicPr>
          <p:nvPr/>
        </p:nvPicPr>
        <p:blipFill>
          <a:blip r:embed="rId2"/>
          <a:srcRect l="28670" t="9091" r="2000" b="2"/>
          <a:stretch/>
        </p:blipFill>
        <p:spPr>
          <a:xfrm>
            <a:off x="20" y="10"/>
            <a:ext cx="17332489" cy="13715990"/>
          </a:xfrm>
          <a:prstGeom prst="rect">
            <a:avLst/>
          </a:prstGeom>
        </p:spPr>
      </p:pic>
      <p:sp>
        <p:nvSpPr>
          <p:cNvPr id="10" name="Rectangle 9">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21370" y="0"/>
            <a:ext cx="16956278"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15E2591-21C8-F758-D7CA-B9C2E59A5145}"/>
              </a:ext>
            </a:extLst>
          </p:cNvPr>
          <p:cNvSpPr txBox="1"/>
          <p:nvPr/>
        </p:nvSpPr>
        <p:spPr>
          <a:xfrm>
            <a:off x="15693112" y="2244726"/>
            <a:ext cx="8044624" cy="6408268"/>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914400">
              <a:lnSpc>
                <a:spcPct val="90000"/>
              </a:lnSpc>
              <a:spcBef>
                <a:spcPct val="0"/>
              </a:spcBef>
              <a:spcAft>
                <a:spcPts val="600"/>
              </a:spcAft>
            </a:pPr>
            <a:r>
              <a:rPr lang="en-US" sz="9600" b="1">
                <a:latin typeface="Biome Light"/>
                <a:ea typeface="+mj-ea"/>
                <a:cs typeface="Biome Light"/>
              </a:rPr>
              <a:t>Business Report Benefits</a:t>
            </a:r>
            <a:r>
              <a:rPr lang="en-US" sz="9600">
                <a:latin typeface="Biome Light"/>
                <a:ea typeface="+mj-ea"/>
                <a:cs typeface="Biome Light"/>
              </a:rPr>
              <a:t>​</a:t>
            </a:r>
          </a:p>
          <a:p>
            <a:pPr marL="571500" indent="-571500" defTabSz="914400">
              <a:buFont typeface="Arial,Sans-Serif"/>
              <a:buChar char="•"/>
            </a:pPr>
            <a:r>
              <a:rPr lang="en-US" b="1">
                <a:latin typeface="Biome Light"/>
                <a:ea typeface="Calibri"/>
                <a:cs typeface="Calibri"/>
              </a:rPr>
              <a:t>Operational transparency</a:t>
            </a:r>
            <a:r>
              <a:rPr lang="en-US">
                <a:latin typeface="Biome Light"/>
                <a:ea typeface="Calibri"/>
                <a:cs typeface="Calibri"/>
              </a:rPr>
              <a:t>. </a:t>
            </a:r>
          </a:p>
          <a:p>
            <a:pPr marL="571500" indent="-571500" defTabSz="914400">
              <a:buFont typeface="Arial,Sans-Serif"/>
              <a:buChar char="•"/>
            </a:pPr>
            <a:r>
              <a:rPr lang="en-US" b="1">
                <a:latin typeface="Biome Light"/>
                <a:ea typeface="Calibri"/>
                <a:cs typeface="Calibri"/>
              </a:rPr>
              <a:t>Performance analysis.</a:t>
            </a:r>
            <a:r>
              <a:rPr lang="en-US">
                <a:latin typeface="Biome Light"/>
                <a:ea typeface="Calibri"/>
                <a:cs typeface="Calibri"/>
              </a:rPr>
              <a:t> </a:t>
            </a:r>
          </a:p>
          <a:p>
            <a:pPr marL="571500" indent="-571500" defTabSz="914400">
              <a:buFont typeface="Arial,Sans-Serif"/>
              <a:buChar char="•"/>
            </a:pPr>
            <a:r>
              <a:rPr lang="en-US" b="1">
                <a:latin typeface="Biome Light"/>
                <a:ea typeface="Calibri"/>
                <a:cs typeface="Calibri"/>
              </a:rPr>
              <a:t>Data-driven decision-making.</a:t>
            </a:r>
            <a:endParaRPr lang="en-US">
              <a:latin typeface="Biome Light"/>
              <a:ea typeface="+mj-ea"/>
              <a:cs typeface="+mj-cs"/>
            </a:endParaRPr>
          </a:p>
          <a:p>
            <a:pPr marL="571500" indent="-571500" defTabSz="914400">
              <a:lnSpc>
                <a:spcPct val="90000"/>
              </a:lnSpc>
              <a:spcBef>
                <a:spcPct val="0"/>
              </a:spcBef>
              <a:spcAft>
                <a:spcPts val="600"/>
              </a:spcAft>
            </a:pPr>
            <a:endParaRPr lang="en-US" sz="9600">
              <a:latin typeface="+mj-lt"/>
              <a:ea typeface="+mj-ea"/>
              <a:cs typeface="+mj-cs"/>
            </a:endParaRP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56807" y="693765"/>
            <a:ext cx="292608" cy="14078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9206" y="9093840"/>
            <a:ext cx="8044625"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1217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440A548-C0D4-4418-940E-EDC2F1D9A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04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08B267-8CD2-4684-A57B-9F1070769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 y="0"/>
            <a:ext cx="24377041"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41E5AB36-9328-47E9-95AD-E38AC1C0E1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 y="-738"/>
            <a:ext cx="12178844" cy="13716000"/>
            <a:chOff x="305" y="-369"/>
            <a:chExt cx="6091008" cy="6858000"/>
          </a:xfrm>
        </p:grpSpPr>
        <p:sp>
          <p:nvSpPr>
            <p:cNvPr id="29" name="Freeform: Shape 28">
              <a:extLst>
                <a:ext uri="{FF2B5EF4-FFF2-40B4-BE49-F238E27FC236}">
                  <a16:creationId xmlns:a16="http://schemas.microsoft.com/office/drawing/2014/main" id="{4532450F-A219-4BF5-88FA-A47084237C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7007" cy="6858000"/>
            </a:xfrm>
            <a:custGeom>
              <a:avLst/>
              <a:gdLst>
                <a:gd name="connsiteX0" fmla="*/ 1423825 w 6057007"/>
                <a:gd name="connsiteY0" fmla="*/ 0 h 6858000"/>
                <a:gd name="connsiteX1" fmla="*/ 4262456 w 6057007"/>
                <a:gd name="connsiteY1" fmla="*/ 0 h 6858000"/>
                <a:gd name="connsiteX2" fmla="*/ 4371584 w 6057007"/>
                <a:gd name="connsiteY2" fmla="*/ 79625 h 6858000"/>
                <a:gd name="connsiteX3" fmla="*/ 5400299 w 6057007"/>
                <a:gd name="connsiteY3" fmla="*/ 1779691 h 6858000"/>
                <a:gd name="connsiteX4" fmla="*/ 5961759 w 6057007"/>
                <a:gd name="connsiteY4" fmla="*/ 4554903 h 6858000"/>
                <a:gd name="connsiteX5" fmla="*/ 4326541 w 6057007"/>
                <a:gd name="connsiteY5" fmla="*/ 6729688 h 6858000"/>
                <a:gd name="connsiteX6" fmla="*/ 4109121 w 6057007"/>
                <a:gd name="connsiteY6" fmla="*/ 6858000 h 6858000"/>
                <a:gd name="connsiteX7" fmla="*/ 1145358 w 6057007"/>
                <a:gd name="connsiteY7" fmla="*/ 6858000 h 6858000"/>
                <a:gd name="connsiteX8" fmla="*/ 1143587 w 6057007"/>
                <a:gd name="connsiteY8" fmla="*/ 6856705 h 6858000"/>
                <a:gd name="connsiteX9" fmla="*/ 162579 w 6057007"/>
                <a:gd name="connsiteY9" fmla="*/ 6240990 h 6858000"/>
                <a:gd name="connsiteX10" fmla="*/ 0 w 6057007"/>
                <a:gd name="connsiteY10" fmla="*/ 6125553 h 6858000"/>
                <a:gd name="connsiteX11" fmla="*/ 0 w 6057007"/>
                <a:gd name="connsiteY11" fmla="*/ 4670879 h 6858000"/>
                <a:gd name="connsiteX12" fmla="*/ 38388 w 6057007"/>
                <a:gd name="connsiteY12" fmla="*/ 4778792 h 6858000"/>
                <a:gd name="connsiteX13" fmla="*/ 155449 w 6057007"/>
                <a:gd name="connsiteY13" fmla="*/ 5029879 h 6858000"/>
                <a:gd name="connsiteX14" fmla="*/ 411802 w 6057007"/>
                <a:gd name="connsiteY14" fmla="*/ 5399531 h 6858000"/>
                <a:gd name="connsiteX15" fmla="*/ 806388 w 6057007"/>
                <a:gd name="connsiteY15" fmla="*/ 5659633 h 6858000"/>
                <a:gd name="connsiteX16" fmla="*/ 1801512 w 6057007"/>
                <a:gd name="connsiteY16" fmla="*/ 6314010 h 6858000"/>
                <a:gd name="connsiteX17" fmla="*/ 2653483 w 6057007"/>
                <a:gd name="connsiteY17" fmla="*/ 6529898 h 6858000"/>
                <a:gd name="connsiteX18" fmla="*/ 3666486 w 6057007"/>
                <a:gd name="connsiteY18" fmla="*/ 6190615 h 6858000"/>
                <a:gd name="connsiteX19" fmla="*/ 4658657 w 6057007"/>
                <a:gd name="connsiteY19" fmla="*/ 5428179 h 6858000"/>
                <a:gd name="connsiteX20" fmla="*/ 5222967 w 6057007"/>
                <a:gd name="connsiteY20" fmla="*/ 4356944 h 6858000"/>
                <a:gd name="connsiteX21" fmla="*/ 4724795 w 6057007"/>
                <a:gd name="connsiteY21" fmla="*/ 2210416 h 6858000"/>
                <a:gd name="connsiteX22" fmla="*/ 4473185 w 6057007"/>
                <a:gd name="connsiteY22" fmla="*/ 1691554 h 6858000"/>
                <a:gd name="connsiteX23" fmla="*/ 4046677 w 6057007"/>
                <a:gd name="connsiteY23" fmla="*/ 911781 h 6858000"/>
                <a:gd name="connsiteX24" fmla="*/ 3555564 w 6057007"/>
                <a:gd name="connsiteY24" fmla="*/ 585888 h 6858000"/>
                <a:gd name="connsiteX25" fmla="*/ 2405914 w 6057007"/>
                <a:gd name="connsiteY25" fmla="*/ 536282 h 6858000"/>
                <a:gd name="connsiteX26" fmla="*/ 1345719 w 6057007"/>
                <a:gd name="connsiteY26" fmla="*/ 957619 h 6858000"/>
                <a:gd name="connsiteX27" fmla="*/ 73341 w 6057007"/>
                <a:gd name="connsiteY27" fmla="*/ 2571698 h 6858000"/>
                <a:gd name="connsiteX28" fmla="*/ 0 w 6057007"/>
                <a:gd name="connsiteY28" fmla="*/ 2803810 h 6858000"/>
                <a:gd name="connsiteX29" fmla="*/ 0 w 6057007"/>
                <a:gd name="connsiteY29" fmla="*/ 1147591 h 6858000"/>
                <a:gd name="connsiteX30" fmla="*/ 142706 w 6057007"/>
                <a:gd name="connsiteY30" fmla="*/ 968763 h 6858000"/>
                <a:gd name="connsiteX31" fmla="*/ 971831 w 6057007"/>
                <a:gd name="connsiteY31" fmla="*/ 249890 h 6858000"/>
                <a:gd name="connsiteX32" fmla="*/ 1288677 w 6057007"/>
                <a:gd name="connsiteY32" fmla="*/ 6583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57007" h="6858000">
                  <a:moveTo>
                    <a:pt x="1423825" y="0"/>
                  </a:moveTo>
                  <a:lnTo>
                    <a:pt x="4262456" y="0"/>
                  </a:lnTo>
                  <a:lnTo>
                    <a:pt x="4371584" y="79625"/>
                  </a:lnTo>
                  <a:cubicBezTo>
                    <a:pt x="4860533" y="476670"/>
                    <a:pt x="5063885" y="1132812"/>
                    <a:pt x="5400299" y="1779691"/>
                  </a:cubicBezTo>
                  <a:cubicBezTo>
                    <a:pt x="5848849" y="2642194"/>
                    <a:pt x="6244956" y="3497996"/>
                    <a:pt x="5961759" y="4554903"/>
                  </a:cubicBezTo>
                  <a:cubicBezTo>
                    <a:pt x="5691575" y="5563242"/>
                    <a:pt x="5092427" y="6238887"/>
                    <a:pt x="4326541" y="6729688"/>
                  </a:cubicBezTo>
                  <a:lnTo>
                    <a:pt x="4109121" y="6858000"/>
                  </a:lnTo>
                  <a:lnTo>
                    <a:pt x="1145358" y="6858000"/>
                  </a:lnTo>
                  <a:lnTo>
                    <a:pt x="1143587" y="6856705"/>
                  </a:lnTo>
                  <a:cubicBezTo>
                    <a:pt x="699546" y="6541440"/>
                    <a:pt x="399287" y="6392433"/>
                    <a:pt x="162579" y="6240990"/>
                  </a:cubicBezTo>
                  <a:lnTo>
                    <a:pt x="0" y="6125553"/>
                  </a:lnTo>
                  <a:lnTo>
                    <a:pt x="0" y="4670879"/>
                  </a:lnTo>
                  <a:lnTo>
                    <a:pt x="38388" y="4778792"/>
                  </a:lnTo>
                  <a:cubicBezTo>
                    <a:pt x="72793" y="4862402"/>
                    <a:pt x="111802" y="4945953"/>
                    <a:pt x="155449" y="5029879"/>
                  </a:cubicBezTo>
                  <a:cubicBezTo>
                    <a:pt x="273464" y="5256810"/>
                    <a:pt x="351295" y="5344113"/>
                    <a:pt x="411802" y="5399531"/>
                  </a:cubicBezTo>
                  <a:cubicBezTo>
                    <a:pt x="500065" y="5480405"/>
                    <a:pt x="628514" y="5555615"/>
                    <a:pt x="806388" y="5659633"/>
                  </a:cubicBezTo>
                  <a:cubicBezTo>
                    <a:pt x="1044358" y="5798926"/>
                    <a:pt x="1370396" y="5989780"/>
                    <a:pt x="1801512" y="6314010"/>
                  </a:cubicBezTo>
                  <a:cubicBezTo>
                    <a:pt x="2037213" y="6491324"/>
                    <a:pt x="2315885" y="6561958"/>
                    <a:pt x="2653483" y="6529898"/>
                  </a:cubicBezTo>
                  <a:cubicBezTo>
                    <a:pt x="2962383" y="6500529"/>
                    <a:pt x="3312661" y="6383221"/>
                    <a:pt x="3666486" y="6190615"/>
                  </a:cubicBezTo>
                  <a:cubicBezTo>
                    <a:pt x="4083218" y="5963697"/>
                    <a:pt x="4407642" y="5714350"/>
                    <a:pt x="4658657" y="5428179"/>
                  </a:cubicBezTo>
                  <a:cubicBezTo>
                    <a:pt x="4927319" y="5121947"/>
                    <a:pt x="5111907" y="4771422"/>
                    <a:pt x="5222967" y="4356944"/>
                  </a:cubicBezTo>
                  <a:cubicBezTo>
                    <a:pt x="5418167" y="3628447"/>
                    <a:pt x="5139747" y="3007703"/>
                    <a:pt x="4724795" y="2210416"/>
                  </a:cubicBezTo>
                  <a:cubicBezTo>
                    <a:pt x="4631776" y="2031551"/>
                    <a:pt x="4551122" y="1858737"/>
                    <a:pt x="4473185" y="1691554"/>
                  </a:cubicBezTo>
                  <a:cubicBezTo>
                    <a:pt x="4326842" y="1377756"/>
                    <a:pt x="4200559" y="1106810"/>
                    <a:pt x="4046677" y="911781"/>
                  </a:cubicBezTo>
                  <a:cubicBezTo>
                    <a:pt x="3910561" y="739097"/>
                    <a:pt x="3763658" y="641647"/>
                    <a:pt x="3555564" y="585888"/>
                  </a:cubicBezTo>
                  <a:cubicBezTo>
                    <a:pt x="3178534" y="484863"/>
                    <a:pt x="2791842" y="468166"/>
                    <a:pt x="2405914" y="536282"/>
                  </a:cubicBezTo>
                  <a:cubicBezTo>
                    <a:pt x="2032757" y="602054"/>
                    <a:pt x="1676044" y="743871"/>
                    <a:pt x="1345719" y="957619"/>
                  </a:cubicBezTo>
                  <a:cubicBezTo>
                    <a:pt x="762775" y="1334788"/>
                    <a:pt x="318714" y="1900690"/>
                    <a:pt x="73341" y="2571698"/>
                  </a:cubicBezTo>
                  <a:lnTo>
                    <a:pt x="0" y="2803810"/>
                  </a:lnTo>
                  <a:lnTo>
                    <a:pt x="0" y="1147591"/>
                  </a:lnTo>
                  <a:lnTo>
                    <a:pt x="142706" y="968763"/>
                  </a:lnTo>
                  <a:cubicBezTo>
                    <a:pt x="388539" y="688063"/>
                    <a:pt x="668237" y="446316"/>
                    <a:pt x="971831" y="249890"/>
                  </a:cubicBezTo>
                  <a:cubicBezTo>
                    <a:pt x="1074829" y="183240"/>
                    <a:pt x="1180574" y="121805"/>
                    <a:pt x="1288677" y="6583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35AC662-4000-411A-9E33-6A4B6C0FC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91008" cy="6858000"/>
            </a:xfrm>
            <a:custGeom>
              <a:avLst/>
              <a:gdLst>
                <a:gd name="connsiteX0" fmla="*/ 0 w 6091008"/>
                <a:gd name="connsiteY0" fmla="*/ 5476844 h 6858000"/>
                <a:gd name="connsiteX1" fmla="*/ 15220 w 6091008"/>
                <a:gd name="connsiteY1" fmla="*/ 5501668 h 6858000"/>
                <a:gd name="connsiteX2" fmla="*/ 198940 w 6091008"/>
                <a:gd name="connsiteY2" fmla="*/ 5717964 h 6858000"/>
                <a:gd name="connsiteX3" fmla="*/ 251499 w 6091008"/>
                <a:gd name="connsiteY3" fmla="*/ 5763842 h 6858000"/>
                <a:gd name="connsiteX4" fmla="*/ 308460 w 6091008"/>
                <a:gd name="connsiteY4" fmla="*/ 5806337 h 6858000"/>
                <a:gd name="connsiteX5" fmla="*/ 368305 w 6091008"/>
                <a:gd name="connsiteY5" fmla="*/ 5847248 h 6858000"/>
                <a:gd name="connsiteX6" fmla="*/ 430451 w 6091008"/>
                <a:gd name="connsiteY6" fmla="*/ 5887305 h 6858000"/>
                <a:gd name="connsiteX7" fmla="*/ 975811 w 6091008"/>
                <a:gd name="connsiteY7" fmla="*/ 6205653 h 6858000"/>
                <a:gd name="connsiteX8" fmla="*/ 1510250 w 6091008"/>
                <a:gd name="connsiteY8" fmla="*/ 6575390 h 6858000"/>
                <a:gd name="connsiteX9" fmla="*/ 2002437 w 6091008"/>
                <a:gd name="connsiteY9" fmla="*/ 6825029 h 6858000"/>
                <a:gd name="connsiteX10" fmla="*/ 2137670 w 6091008"/>
                <a:gd name="connsiteY10" fmla="*/ 6856874 h 6858000"/>
                <a:gd name="connsiteX11" fmla="*/ 2145778 w 6091008"/>
                <a:gd name="connsiteY11" fmla="*/ 6858000 h 6858000"/>
                <a:gd name="connsiteX12" fmla="*/ 1098858 w 6091008"/>
                <a:gd name="connsiteY12" fmla="*/ 6858000 h 6858000"/>
                <a:gd name="connsiteX13" fmla="*/ 1004166 w 6091008"/>
                <a:gd name="connsiteY13" fmla="*/ 6786858 h 6858000"/>
                <a:gd name="connsiteX14" fmla="*/ 751974 w 6091008"/>
                <a:gd name="connsiteY14" fmla="*/ 6608169 h 6858000"/>
                <a:gd name="connsiteX15" fmla="*/ 623305 w 6091008"/>
                <a:gd name="connsiteY15" fmla="*/ 6522172 h 6858000"/>
                <a:gd name="connsiteX16" fmla="*/ 492346 w 6091008"/>
                <a:gd name="connsiteY16" fmla="*/ 6437477 h 6858000"/>
                <a:gd name="connsiteX17" fmla="*/ 358536 w 6091008"/>
                <a:gd name="connsiteY17" fmla="*/ 6352312 h 6858000"/>
                <a:gd name="connsiteX18" fmla="*/ 290710 w 6091008"/>
                <a:gd name="connsiteY18" fmla="*/ 6308820 h 6858000"/>
                <a:gd name="connsiteX19" fmla="*/ 221792 w 6091008"/>
                <a:gd name="connsiteY19" fmla="*/ 6263122 h 6858000"/>
                <a:gd name="connsiteX20" fmla="*/ 152460 w 6091008"/>
                <a:gd name="connsiteY20" fmla="*/ 6215106 h 6858000"/>
                <a:gd name="connsiteX21" fmla="*/ 83055 w 6091008"/>
                <a:gd name="connsiteY21" fmla="*/ 6163978 h 6858000"/>
                <a:gd name="connsiteX22" fmla="*/ 14161 w 6091008"/>
                <a:gd name="connsiteY22" fmla="*/ 6109014 h 6858000"/>
                <a:gd name="connsiteX23" fmla="*/ 0 w 6091008"/>
                <a:gd name="connsiteY23" fmla="*/ 6096195 h 6858000"/>
                <a:gd name="connsiteX24" fmla="*/ 3707444 w 6091008"/>
                <a:gd name="connsiteY24" fmla="*/ 0 h 6858000"/>
                <a:gd name="connsiteX25" fmla="*/ 4265528 w 6091008"/>
                <a:gd name="connsiteY25" fmla="*/ 0 h 6858000"/>
                <a:gd name="connsiteX26" fmla="*/ 4291472 w 6091008"/>
                <a:gd name="connsiteY26" fmla="*/ 15596 h 6858000"/>
                <a:gd name="connsiteX27" fmla="*/ 4431124 w 6091008"/>
                <a:gd name="connsiteY27" fmla="*/ 119052 h 6858000"/>
                <a:gd name="connsiteX28" fmla="*/ 4899570 w 6091008"/>
                <a:gd name="connsiteY28" fmla="*/ 643769 h 6858000"/>
                <a:gd name="connsiteX29" fmla="*/ 5247925 w 6091008"/>
                <a:gd name="connsiteY29" fmla="*/ 1232134 h 6858000"/>
                <a:gd name="connsiteX30" fmla="*/ 5401234 w 6091008"/>
                <a:gd name="connsiteY30" fmla="*/ 1518442 h 6858000"/>
                <a:gd name="connsiteX31" fmla="*/ 5480921 w 6091008"/>
                <a:gd name="connsiteY31" fmla="*/ 1662114 h 6858000"/>
                <a:gd name="connsiteX32" fmla="*/ 5561804 w 6091008"/>
                <a:gd name="connsiteY32" fmla="*/ 1812436 h 6858000"/>
                <a:gd name="connsiteX33" fmla="*/ 5855037 w 6091008"/>
                <a:gd name="connsiteY33" fmla="*/ 2457716 h 6858000"/>
                <a:gd name="connsiteX34" fmla="*/ 6052254 w 6091008"/>
                <a:gd name="connsiteY34" fmla="*/ 3193699 h 6858000"/>
                <a:gd name="connsiteX35" fmla="*/ 6073151 w 6091008"/>
                <a:gd name="connsiteY35" fmla="*/ 4004612 h 6858000"/>
                <a:gd name="connsiteX36" fmla="*/ 6067309 w 6091008"/>
                <a:gd name="connsiteY36" fmla="*/ 4055890 h 6858000"/>
                <a:gd name="connsiteX37" fmla="*/ 6059979 w 6091008"/>
                <a:gd name="connsiteY37" fmla="*/ 4106917 h 6858000"/>
                <a:gd name="connsiteX38" fmla="*/ 6052371 w 6091008"/>
                <a:gd name="connsiteY38" fmla="*/ 4158016 h 6858000"/>
                <a:gd name="connsiteX39" fmla="*/ 6043434 w 6091008"/>
                <a:gd name="connsiteY39" fmla="*/ 4208759 h 6858000"/>
                <a:gd name="connsiteX40" fmla="*/ 6023229 w 6091008"/>
                <a:gd name="connsiteY40" fmla="*/ 4309769 h 6858000"/>
                <a:gd name="connsiteX41" fmla="*/ 5999922 w 6091008"/>
                <a:gd name="connsiteY41" fmla="*/ 4409799 h 6858000"/>
                <a:gd name="connsiteX42" fmla="*/ 5987157 w 6091008"/>
                <a:gd name="connsiteY42" fmla="*/ 4459369 h 6858000"/>
                <a:gd name="connsiteX43" fmla="*/ 5973731 w 6091008"/>
                <a:gd name="connsiteY43" fmla="*/ 4508027 h 6858000"/>
                <a:gd name="connsiteX44" fmla="*/ 5944653 w 6091008"/>
                <a:gd name="connsiteY44" fmla="*/ 4602538 h 6858000"/>
                <a:gd name="connsiteX45" fmla="*/ 5915334 w 6091008"/>
                <a:gd name="connsiteY45" fmla="*/ 4696982 h 6858000"/>
                <a:gd name="connsiteX46" fmla="*/ 5881786 w 6091008"/>
                <a:gd name="connsiteY46" fmla="*/ 4790295 h 6858000"/>
                <a:gd name="connsiteX47" fmla="*/ 5539609 w 6091008"/>
                <a:gd name="connsiteY47" fmla="*/ 5504511 h 6858000"/>
                <a:gd name="connsiteX48" fmla="*/ 5432400 w 6091008"/>
                <a:gd name="connsiteY48" fmla="*/ 5669348 h 6858000"/>
                <a:gd name="connsiteX49" fmla="*/ 5404330 w 6091008"/>
                <a:gd name="connsiteY49" fmla="*/ 5709372 h 6858000"/>
                <a:gd name="connsiteX50" fmla="*/ 5375525 w 6091008"/>
                <a:gd name="connsiteY50" fmla="*/ 5748757 h 6858000"/>
                <a:gd name="connsiteX51" fmla="*/ 5317831 w 6091008"/>
                <a:gd name="connsiteY51" fmla="*/ 5827355 h 6858000"/>
                <a:gd name="connsiteX52" fmla="*/ 5288208 w 6091008"/>
                <a:gd name="connsiteY52" fmla="*/ 5865932 h 6858000"/>
                <a:gd name="connsiteX53" fmla="*/ 5273251 w 6091008"/>
                <a:gd name="connsiteY53" fmla="*/ 5885035 h 6858000"/>
                <a:gd name="connsiteX54" fmla="*/ 5256656 w 6091008"/>
                <a:gd name="connsiteY54" fmla="*/ 5902520 h 6858000"/>
                <a:gd name="connsiteX55" fmla="*/ 5189858 w 6091008"/>
                <a:gd name="connsiteY55" fmla="*/ 5971616 h 6858000"/>
                <a:gd name="connsiteX56" fmla="*/ 5156287 w 6091008"/>
                <a:gd name="connsiteY56" fmla="*/ 6005600 h 6858000"/>
                <a:gd name="connsiteX57" fmla="*/ 5121598 w 6091008"/>
                <a:gd name="connsiteY57" fmla="*/ 6037962 h 6858000"/>
                <a:gd name="connsiteX58" fmla="*/ 5051798 w 6091008"/>
                <a:gd name="connsiteY58" fmla="*/ 6101838 h 6858000"/>
                <a:gd name="connsiteX59" fmla="*/ 4463594 w 6091008"/>
                <a:gd name="connsiteY59" fmla="*/ 6532280 h 6858000"/>
                <a:gd name="connsiteX60" fmla="*/ 4388637 w 6091008"/>
                <a:gd name="connsiteY60" fmla="*/ 6579169 h 6858000"/>
                <a:gd name="connsiteX61" fmla="*/ 4312856 w 6091008"/>
                <a:gd name="connsiteY61" fmla="*/ 6623337 h 6858000"/>
                <a:gd name="connsiteX62" fmla="*/ 4237558 w 6091008"/>
                <a:gd name="connsiteY62" fmla="*/ 6667632 h 6858000"/>
                <a:gd name="connsiteX63" fmla="*/ 4161774 w 6091008"/>
                <a:gd name="connsiteY63" fmla="*/ 6709883 h 6858000"/>
                <a:gd name="connsiteX64" fmla="*/ 4010448 w 6091008"/>
                <a:gd name="connsiteY64" fmla="*/ 6792981 h 6858000"/>
                <a:gd name="connsiteX65" fmla="*/ 3935163 w 6091008"/>
                <a:gd name="connsiteY65" fmla="*/ 6834338 h 6858000"/>
                <a:gd name="connsiteX66" fmla="*/ 3892887 w 6091008"/>
                <a:gd name="connsiteY66" fmla="*/ 6858000 h 6858000"/>
                <a:gd name="connsiteX67" fmla="*/ 2743942 w 6091008"/>
                <a:gd name="connsiteY67" fmla="*/ 6858000 h 6858000"/>
                <a:gd name="connsiteX68" fmla="*/ 2852577 w 6091008"/>
                <a:gd name="connsiteY68" fmla="*/ 6838910 h 6858000"/>
                <a:gd name="connsiteX69" fmla="*/ 3143255 w 6091008"/>
                <a:gd name="connsiteY69" fmla="*/ 6759775 h 6858000"/>
                <a:gd name="connsiteX70" fmla="*/ 3430899 w 6091008"/>
                <a:gd name="connsiteY70" fmla="*/ 6650056 h 6858000"/>
                <a:gd name="connsiteX71" fmla="*/ 3713289 w 6091008"/>
                <a:gd name="connsiteY71" fmla="*/ 6514054 h 6858000"/>
                <a:gd name="connsiteX72" fmla="*/ 3981228 w 6091008"/>
                <a:gd name="connsiteY72" fmla="*/ 6334878 h 6858000"/>
                <a:gd name="connsiteX73" fmla="*/ 4107885 w 6091008"/>
                <a:gd name="connsiteY73" fmla="*/ 6233689 h 6858000"/>
                <a:gd name="connsiteX74" fmla="*/ 4169795 w 6091008"/>
                <a:gd name="connsiteY74" fmla="*/ 6181389 h 6858000"/>
                <a:gd name="connsiteX75" fmla="*/ 4229189 w 6091008"/>
                <a:gd name="connsiteY75" fmla="*/ 6125914 h 6858000"/>
                <a:gd name="connsiteX76" fmla="*/ 4652064 w 6091008"/>
                <a:gd name="connsiteY76" fmla="*/ 5641457 h 6858000"/>
                <a:gd name="connsiteX77" fmla="*/ 4697555 w 6091008"/>
                <a:gd name="connsiteY77" fmla="*/ 5576516 h 6858000"/>
                <a:gd name="connsiteX78" fmla="*/ 4720492 w 6091008"/>
                <a:gd name="connsiteY78" fmla="*/ 5544537 h 6858000"/>
                <a:gd name="connsiteX79" fmla="*/ 4741922 w 6091008"/>
                <a:gd name="connsiteY79" fmla="*/ 5511420 h 6858000"/>
                <a:gd name="connsiteX80" fmla="*/ 4784179 w 6091008"/>
                <a:gd name="connsiteY80" fmla="*/ 5445022 h 6858000"/>
                <a:gd name="connsiteX81" fmla="*/ 4794796 w 6091008"/>
                <a:gd name="connsiteY81" fmla="*/ 5428584 h 6858000"/>
                <a:gd name="connsiteX82" fmla="*/ 4807173 w 6091008"/>
                <a:gd name="connsiteY82" fmla="*/ 5413795 h 6858000"/>
                <a:gd name="connsiteX83" fmla="*/ 4830010 w 6091008"/>
                <a:gd name="connsiteY83" fmla="*/ 5382674 h 6858000"/>
                <a:gd name="connsiteX84" fmla="*/ 4874298 w 6091008"/>
                <a:gd name="connsiteY84" fmla="*/ 5319323 h 6858000"/>
                <a:gd name="connsiteX85" fmla="*/ 4896484 w 6091008"/>
                <a:gd name="connsiteY85" fmla="*/ 5287734 h 6858000"/>
                <a:gd name="connsiteX86" fmla="*/ 4918019 w 6091008"/>
                <a:gd name="connsiteY86" fmla="*/ 5255673 h 6858000"/>
                <a:gd name="connsiteX87" fmla="*/ 4999238 w 6091008"/>
                <a:gd name="connsiteY87" fmla="*/ 5124058 h 6858000"/>
                <a:gd name="connsiteX88" fmla="*/ 5251271 w 6091008"/>
                <a:gd name="connsiteY88" fmla="*/ 4554965 h 6858000"/>
                <a:gd name="connsiteX89" fmla="*/ 5276136 w 6091008"/>
                <a:gd name="connsiteY89" fmla="*/ 4480521 h 6858000"/>
                <a:gd name="connsiteX90" fmla="*/ 5297442 w 6091008"/>
                <a:gd name="connsiteY90" fmla="*/ 4404389 h 6858000"/>
                <a:gd name="connsiteX91" fmla="*/ 5318953 w 6091008"/>
                <a:gd name="connsiteY91" fmla="*/ 4328458 h 6858000"/>
                <a:gd name="connsiteX92" fmla="*/ 5328684 w 6091008"/>
                <a:gd name="connsiteY92" fmla="*/ 4291175 h 6858000"/>
                <a:gd name="connsiteX93" fmla="*/ 5337470 w 6091008"/>
                <a:gd name="connsiteY93" fmla="*/ 4254522 h 6858000"/>
                <a:gd name="connsiteX94" fmla="*/ 5353277 w 6091008"/>
                <a:gd name="connsiteY94" fmla="*/ 4181038 h 6858000"/>
                <a:gd name="connsiteX95" fmla="*/ 5366762 w 6091008"/>
                <a:gd name="connsiteY95" fmla="*/ 4107520 h 6858000"/>
                <a:gd name="connsiteX96" fmla="*/ 5373105 w 6091008"/>
                <a:gd name="connsiteY96" fmla="*/ 4070802 h 6858000"/>
                <a:gd name="connsiteX97" fmla="*/ 5378288 w 6091008"/>
                <a:gd name="connsiteY97" fmla="*/ 4034066 h 6858000"/>
                <a:gd name="connsiteX98" fmla="*/ 5383471 w 6091008"/>
                <a:gd name="connsiteY98" fmla="*/ 3997331 h 6858000"/>
                <a:gd name="connsiteX99" fmla="*/ 5387373 w 6091008"/>
                <a:gd name="connsiteY99" fmla="*/ 3960547 h 6858000"/>
                <a:gd name="connsiteX100" fmla="*/ 5375699 w 6091008"/>
                <a:gd name="connsiteY100" fmla="*/ 3369810 h 6858000"/>
                <a:gd name="connsiteX101" fmla="*/ 5225695 w 6091008"/>
                <a:gd name="connsiteY101" fmla="*/ 2777923 h 6858000"/>
                <a:gd name="connsiteX102" fmla="*/ 4989893 w 6091008"/>
                <a:gd name="connsiteY102" fmla="*/ 2181595 h 6858000"/>
                <a:gd name="connsiteX103" fmla="*/ 4856777 w 6091008"/>
                <a:gd name="connsiteY103" fmla="*/ 1872581 h 6858000"/>
                <a:gd name="connsiteX104" fmla="*/ 4729367 w 6091008"/>
                <a:gd name="connsiteY104" fmla="*/ 1547581 h 6858000"/>
                <a:gd name="connsiteX105" fmla="*/ 4510575 w 6091008"/>
                <a:gd name="connsiteY105" fmla="*/ 917244 h 6858000"/>
                <a:gd name="connsiteX106" fmla="*/ 4387446 w 6091008"/>
                <a:gd name="connsiteY106" fmla="*/ 626512 h 6858000"/>
                <a:gd name="connsiteX107" fmla="*/ 4227716 w 6091008"/>
                <a:gd name="connsiteY107" fmla="*/ 368510 h 6858000"/>
                <a:gd name="connsiteX108" fmla="*/ 4017774 w 6091008"/>
                <a:gd name="connsiteY108" fmla="*/ 161674 h 6858000"/>
                <a:gd name="connsiteX109" fmla="*/ 3761542 w 6091008"/>
                <a:gd name="connsiteY109" fmla="*/ 19860 h 6858000"/>
                <a:gd name="connsiteX110" fmla="*/ 3727185 w 6091008"/>
                <a:gd name="connsiteY110" fmla="*/ 6533 h 6858000"/>
                <a:gd name="connsiteX111" fmla="*/ 1325680 w 6091008"/>
                <a:gd name="connsiteY111" fmla="*/ 0 h 6858000"/>
                <a:gd name="connsiteX112" fmla="*/ 2347354 w 6091008"/>
                <a:gd name="connsiteY112" fmla="*/ 0 h 6858000"/>
                <a:gd name="connsiteX113" fmla="*/ 2262734 w 6091008"/>
                <a:gd name="connsiteY113" fmla="*/ 20581 h 6858000"/>
                <a:gd name="connsiteX114" fmla="*/ 1969830 w 6091008"/>
                <a:gd name="connsiteY114" fmla="*/ 118108 h 6858000"/>
                <a:gd name="connsiteX115" fmla="*/ 1897367 w 6091008"/>
                <a:gd name="connsiteY115" fmla="*/ 145059 h 6858000"/>
                <a:gd name="connsiteX116" fmla="*/ 1825860 w 6091008"/>
                <a:gd name="connsiteY116" fmla="*/ 175210 h 6858000"/>
                <a:gd name="connsiteX117" fmla="*/ 1754258 w 6091008"/>
                <a:gd name="connsiteY117" fmla="*/ 204746 h 6858000"/>
                <a:gd name="connsiteX118" fmla="*/ 1683442 w 6091008"/>
                <a:gd name="connsiteY118" fmla="*/ 237143 h 6858000"/>
                <a:gd name="connsiteX119" fmla="*/ 1612330 w 6091008"/>
                <a:gd name="connsiteY119" fmla="*/ 268724 h 6858000"/>
                <a:gd name="connsiteX120" fmla="*/ 1542244 w 6091008"/>
                <a:gd name="connsiteY120" fmla="*/ 303229 h 6858000"/>
                <a:gd name="connsiteX121" fmla="*/ 1471990 w 6091008"/>
                <a:gd name="connsiteY121" fmla="*/ 337395 h 6858000"/>
                <a:gd name="connsiteX122" fmla="*/ 1402813 w 6091008"/>
                <a:gd name="connsiteY122" fmla="*/ 374794 h 6858000"/>
                <a:gd name="connsiteX123" fmla="*/ 1333886 w 6091008"/>
                <a:gd name="connsiteY123" fmla="*/ 412702 h 6858000"/>
                <a:gd name="connsiteX124" fmla="*/ 1266278 w 6091008"/>
                <a:gd name="connsiteY124" fmla="*/ 453907 h 6858000"/>
                <a:gd name="connsiteX125" fmla="*/ 1199136 w 6091008"/>
                <a:gd name="connsiteY125" fmla="*/ 496266 h 6858000"/>
                <a:gd name="connsiteX126" fmla="*/ 1182302 w 6091008"/>
                <a:gd name="connsiteY126" fmla="*/ 506917 h 6858000"/>
                <a:gd name="connsiteX127" fmla="*/ 1166009 w 6091008"/>
                <a:gd name="connsiteY127" fmla="*/ 518449 h 6858000"/>
                <a:gd name="connsiteX128" fmla="*/ 1133302 w 6091008"/>
                <a:gd name="connsiteY128" fmla="*/ 541479 h 6858000"/>
                <a:gd name="connsiteX129" fmla="*/ 1067923 w 6091008"/>
                <a:gd name="connsiteY129" fmla="*/ 587403 h 6858000"/>
                <a:gd name="connsiteX130" fmla="*/ 1051509 w 6091008"/>
                <a:gd name="connsiteY130" fmla="*/ 598902 h 6858000"/>
                <a:gd name="connsiteX131" fmla="*/ 1035673 w 6091008"/>
                <a:gd name="connsiteY131" fmla="*/ 611145 h 6858000"/>
                <a:gd name="connsiteX132" fmla="*/ 1003878 w 6091008"/>
                <a:gd name="connsiteY132" fmla="*/ 635598 h 6858000"/>
                <a:gd name="connsiteX133" fmla="*/ 877673 w 6091008"/>
                <a:gd name="connsiteY133" fmla="*/ 735582 h 6858000"/>
                <a:gd name="connsiteX134" fmla="*/ 417533 w 6091008"/>
                <a:gd name="connsiteY134" fmla="*/ 1198720 h 6858000"/>
                <a:gd name="connsiteX135" fmla="*/ 54935 w 6091008"/>
                <a:gd name="connsiteY135" fmla="*/ 1756293 h 6858000"/>
                <a:gd name="connsiteX136" fmla="*/ 17844 w 6091008"/>
                <a:gd name="connsiteY136" fmla="*/ 1831433 h 6858000"/>
                <a:gd name="connsiteX137" fmla="*/ 0 w 6091008"/>
                <a:gd name="connsiteY137" fmla="*/ 1869131 h 6858000"/>
                <a:gd name="connsiteX138" fmla="*/ 0 w 6091008"/>
                <a:gd name="connsiteY138" fmla="*/ 1198550 h 6858000"/>
                <a:gd name="connsiteX139" fmla="*/ 185957 w 6091008"/>
                <a:gd name="connsiteY139" fmla="*/ 961506 h 6858000"/>
                <a:gd name="connsiteX140" fmla="*/ 689746 w 6091008"/>
                <a:gd name="connsiteY140" fmla="*/ 447064 h 6858000"/>
                <a:gd name="connsiteX141" fmla="*/ 827126 w 6091008"/>
                <a:gd name="connsiteY141" fmla="*/ 333881 h 6858000"/>
                <a:gd name="connsiteX142" fmla="*/ 968997 w 6091008"/>
                <a:gd name="connsiteY142" fmla="*/ 228085 h 6858000"/>
                <a:gd name="connsiteX143" fmla="*/ 1004883 w 6091008"/>
                <a:gd name="connsiteY143" fmla="*/ 202373 h 6858000"/>
                <a:gd name="connsiteX144" fmla="*/ 1022826 w 6091008"/>
                <a:gd name="connsiteY144" fmla="*/ 189517 h 6858000"/>
                <a:gd name="connsiteX145" fmla="*/ 1041187 w 6091008"/>
                <a:gd name="connsiteY145" fmla="*/ 177509 h 6858000"/>
                <a:gd name="connsiteX146" fmla="*/ 1114760 w 6091008"/>
                <a:gd name="connsiteY146" fmla="*/ 129512 h 6858000"/>
                <a:gd name="connsiteX147" fmla="*/ 1188498 w 6091008"/>
                <a:gd name="connsiteY147" fmla="*/ 81854 h 6858000"/>
                <a:gd name="connsiteX148" fmla="*/ 1263461 w 6091008"/>
                <a:gd name="connsiteY148" fmla="*/ 3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91008" h="6858000">
                  <a:moveTo>
                    <a:pt x="0" y="5476844"/>
                  </a:moveTo>
                  <a:lnTo>
                    <a:pt x="15220" y="5501668"/>
                  </a:lnTo>
                  <a:cubicBezTo>
                    <a:pt x="69097" y="5585141"/>
                    <a:pt x="130925" y="5654403"/>
                    <a:pt x="198940" y="5717964"/>
                  </a:cubicBezTo>
                  <a:lnTo>
                    <a:pt x="251499" y="5763842"/>
                  </a:lnTo>
                  <a:lnTo>
                    <a:pt x="308460" y="5806337"/>
                  </a:lnTo>
                  <a:cubicBezTo>
                    <a:pt x="326685" y="5820934"/>
                    <a:pt x="348384" y="5833667"/>
                    <a:pt x="368305" y="5847248"/>
                  </a:cubicBezTo>
                  <a:cubicBezTo>
                    <a:pt x="388782" y="5860683"/>
                    <a:pt x="408424" y="5874336"/>
                    <a:pt x="430451" y="5887305"/>
                  </a:cubicBezTo>
                  <a:cubicBezTo>
                    <a:pt x="601703" y="5991186"/>
                    <a:pt x="792871" y="6091279"/>
                    <a:pt x="975811" y="6205653"/>
                  </a:cubicBezTo>
                  <a:cubicBezTo>
                    <a:pt x="1159565" y="6318920"/>
                    <a:pt x="1337666" y="6443625"/>
                    <a:pt x="1510250" y="6575390"/>
                  </a:cubicBezTo>
                  <a:cubicBezTo>
                    <a:pt x="1658997" y="6690317"/>
                    <a:pt x="1824862" y="6774210"/>
                    <a:pt x="2002437" y="6825029"/>
                  </a:cubicBezTo>
                  <a:cubicBezTo>
                    <a:pt x="2046812" y="6837803"/>
                    <a:pt x="2091936" y="6848385"/>
                    <a:pt x="2137670" y="6856874"/>
                  </a:cubicBezTo>
                  <a:lnTo>
                    <a:pt x="2145778" y="6858000"/>
                  </a:lnTo>
                  <a:lnTo>
                    <a:pt x="1098858" y="6858000"/>
                  </a:lnTo>
                  <a:lnTo>
                    <a:pt x="1004166" y="6786858"/>
                  </a:lnTo>
                  <a:cubicBezTo>
                    <a:pt x="920997" y="6725805"/>
                    <a:pt x="837118" y="6666016"/>
                    <a:pt x="751974" y="6608169"/>
                  </a:cubicBezTo>
                  <a:lnTo>
                    <a:pt x="623305" y="6522172"/>
                  </a:lnTo>
                  <a:lnTo>
                    <a:pt x="492346" y="6437477"/>
                  </a:lnTo>
                  <a:lnTo>
                    <a:pt x="358536" y="6352312"/>
                  </a:lnTo>
                  <a:lnTo>
                    <a:pt x="290710" y="6308820"/>
                  </a:lnTo>
                  <a:lnTo>
                    <a:pt x="221792" y="6263122"/>
                  </a:lnTo>
                  <a:cubicBezTo>
                    <a:pt x="198889" y="6248595"/>
                    <a:pt x="175526" y="6231442"/>
                    <a:pt x="152460" y="6215106"/>
                  </a:cubicBezTo>
                  <a:cubicBezTo>
                    <a:pt x="129301" y="6198154"/>
                    <a:pt x="105988" y="6183223"/>
                    <a:pt x="83055" y="6163978"/>
                  </a:cubicBezTo>
                  <a:lnTo>
                    <a:pt x="14161" y="6109014"/>
                  </a:lnTo>
                  <a:lnTo>
                    <a:pt x="0" y="6096195"/>
                  </a:lnTo>
                  <a:close/>
                  <a:moveTo>
                    <a:pt x="3707444" y="0"/>
                  </a:moveTo>
                  <a:lnTo>
                    <a:pt x="4265528" y="0"/>
                  </a:lnTo>
                  <a:lnTo>
                    <a:pt x="4291472" y="15596"/>
                  </a:lnTo>
                  <a:cubicBezTo>
                    <a:pt x="4339292" y="47637"/>
                    <a:pt x="4385917" y="82210"/>
                    <a:pt x="4431124" y="119052"/>
                  </a:cubicBezTo>
                  <a:cubicBezTo>
                    <a:pt x="4612085" y="266897"/>
                    <a:pt x="4766658" y="451392"/>
                    <a:pt x="4899570" y="643769"/>
                  </a:cubicBezTo>
                  <a:cubicBezTo>
                    <a:pt x="5032421" y="836866"/>
                    <a:pt x="5144168" y="1037706"/>
                    <a:pt x="5247925" y="1232134"/>
                  </a:cubicBezTo>
                  <a:cubicBezTo>
                    <a:pt x="5299886" y="1329516"/>
                    <a:pt x="5349860" y="1425631"/>
                    <a:pt x="5401234" y="1518442"/>
                  </a:cubicBezTo>
                  <a:lnTo>
                    <a:pt x="5480921" y="1662114"/>
                  </a:lnTo>
                  <a:cubicBezTo>
                    <a:pt x="5508162" y="1711659"/>
                    <a:pt x="5535098" y="1761858"/>
                    <a:pt x="5561804" y="1812436"/>
                  </a:cubicBezTo>
                  <a:cubicBezTo>
                    <a:pt x="5668394" y="2015131"/>
                    <a:pt x="5769309" y="2228374"/>
                    <a:pt x="5855037" y="2457716"/>
                  </a:cubicBezTo>
                  <a:cubicBezTo>
                    <a:pt x="5940757" y="2686612"/>
                    <a:pt x="6011031" y="2932566"/>
                    <a:pt x="6052254" y="3193699"/>
                  </a:cubicBezTo>
                  <a:cubicBezTo>
                    <a:pt x="6093625" y="3454283"/>
                    <a:pt x="6103924" y="3730828"/>
                    <a:pt x="6073151" y="4004612"/>
                  </a:cubicBezTo>
                  <a:lnTo>
                    <a:pt x="6067309" y="4055890"/>
                  </a:lnTo>
                  <a:cubicBezTo>
                    <a:pt x="6065066" y="4072953"/>
                    <a:pt x="6062462" y="4089919"/>
                    <a:pt x="6059979" y="4106917"/>
                  </a:cubicBezTo>
                  <a:lnTo>
                    <a:pt x="6052371" y="4158016"/>
                  </a:lnTo>
                  <a:cubicBezTo>
                    <a:pt x="6049766" y="4174982"/>
                    <a:pt x="6046401" y="4191890"/>
                    <a:pt x="6043434" y="4208759"/>
                  </a:cubicBezTo>
                  <a:cubicBezTo>
                    <a:pt x="6037102" y="4242536"/>
                    <a:pt x="6031011" y="4276380"/>
                    <a:pt x="6023229" y="4309769"/>
                  </a:cubicBezTo>
                  <a:cubicBezTo>
                    <a:pt x="6015690" y="4343223"/>
                    <a:pt x="6008874" y="4376870"/>
                    <a:pt x="5999922" y="4409799"/>
                  </a:cubicBezTo>
                  <a:lnTo>
                    <a:pt x="5987157" y="4459369"/>
                  </a:lnTo>
                  <a:cubicBezTo>
                    <a:pt x="5982945" y="4476053"/>
                    <a:pt x="5978687" y="4492427"/>
                    <a:pt x="5973731" y="4508027"/>
                  </a:cubicBezTo>
                  <a:lnTo>
                    <a:pt x="5944653" y="4602538"/>
                  </a:lnTo>
                  <a:lnTo>
                    <a:pt x="5915334" y="4696982"/>
                  </a:lnTo>
                  <a:cubicBezTo>
                    <a:pt x="5905346" y="4728457"/>
                    <a:pt x="5892944" y="4759283"/>
                    <a:pt x="5881786" y="4790295"/>
                  </a:cubicBezTo>
                  <a:cubicBezTo>
                    <a:pt x="5791737" y="5038923"/>
                    <a:pt x="5677271" y="5280123"/>
                    <a:pt x="5539609" y="5504511"/>
                  </a:cubicBezTo>
                  <a:lnTo>
                    <a:pt x="5432400" y="5669348"/>
                  </a:lnTo>
                  <a:cubicBezTo>
                    <a:pt x="5423763" y="5683225"/>
                    <a:pt x="5413823" y="5696165"/>
                    <a:pt x="5404330" y="5709372"/>
                  </a:cubicBezTo>
                  <a:lnTo>
                    <a:pt x="5375525" y="5748757"/>
                  </a:lnTo>
                  <a:lnTo>
                    <a:pt x="5317831" y="5827355"/>
                  </a:lnTo>
                  <a:cubicBezTo>
                    <a:pt x="5308217" y="5840529"/>
                    <a:pt x="5298639" y="5853567"/>
                    <a:pt x="5288208" y="5865932"/>
                  </a:cubicBezTo>
                  <a:cubicBezTo>
                    <a:pt x="5283153" y="5872232"/>
                    <a:pt x="5278509" y="5878936"/>
                    <a:pt x="5273251" y="5885035"/>
                  </a:cubicBezTo>
                  <a:cubicBezTo>
                    <a:pt x="5267908" y="5890963"/>
                    <a:pt x="5262120" y="5896624"/>
                    <a:pt x="5256656" y="5902520"/>
                  </a:cubicBezTo>
                  <a:lnTo>
                    <a:pt x="5189858" y="5971616"/>
                  </a:lnTo>
                  <a:cubicBezTo>
                    <a:pt x="5178681" y="5982899"/>
                    <a:pt x="5167959" y="5994892"/>
                    <a:pt x="5156287" y="6005600"/>
                  </a:cubicBezTo>
                  <a:lnTo>
                    <a:pt x="5121598" y="6037962"/>
                  </a:lnTo>
                  <a:lnTo>
                    <a:pt x="5051798" y="6101838"/>
                  </a:lnTo>
                  <a:cubicBezTo>
                    <a:pt x="4864110" y="6268956"/>
                    <a:pt x="4663874" y="6407541"/>
                    <a:pt x="4463594" y="6532280"/>
                  </a:cubicBezTo>
                  <a:cubicBezTo>
                    <a:pt x="4438472" y="6547774"/>
                    <a:pt x="4413434" y="6563439"/>
                    <a:pt x="4388637" y="6579169"/>
                  </a:cubicBezTo>
                  <a:lnTo>
                    <a:pt x="4312856" y="6623337"/>
                  </a:lnTo>
                  <a:lnTo>
                    <a:pt x="4237558" y="6667632"/>
                  </a:lnTo>
                  <a:cubicBezTo>
                    <a:pt x="4212548" y="6682715"/>
                    <a:pt x="4186842" y="6695553"/>
                    <a:pt x="4161774" y="6709883"/>
                  </a:cubicBezTo>
                  <a:cubicBezTo>
                    <a:pt x="4111167" y="6737392"/>
                    <a:pt x="4061123" y="6766670"/>
                    <a:pt x="4010448" y="6792981"/>
                  </a:cubicBezTo>
                  <a:cubicBezTo>
                    <a:pt x="3985322" y="6806562"/>
                    <a:pt x="3960037" y="6820248"/>
                    <a:pt x="3935163" y="6834338"/>
                  </a:cubicBezTo>
                  <a:lnTo>
                    <a:pt x="3892887" y="6858000"/>
                  </a:lnTo>
                  <a:lnTo>
                    <a:pt x="2743942" y="6858000"/>
                  </a:lnTo>
                  <a:lnTo>
                    <a:pt x="2852577" y="6838910"/>
                  </a:lnTo>
                  <a:cubicBezTo>
                    <a:pt x="2949686" y="6818527"/>
                    <a:pt x="3046805" y="6791706"/>
                    <a:pt x="3143255" y="6759775"/>
                  </a:cubicBezTo>
                  <a:cubicBezTo>
                    <a:pt x="3239807" y="6727945"/>
                    <a:pt x="3335416" y="6689975"/>
                    <a:pt x="3430899" y="6650056"/>
                  </a:cubicBezTo>
                  <a:cubicBezTo>
                    <a:pt x="3526299" y="6609969"/>
                    <a:pt x="3621242" y="6565786"/>
                    <a:pt x="3713289" y="6514054"/>
                  </a:cubicBezTo>
                  <a:cubicBezTo>
                    <a:pt x="3805137" y="6460650"/>
                    <a:pt x="3895762" y="6401178"/>
                    <a:pt x="3981228" y="6334878"/>
                  </a:cubicBezTo>
                  <a:cubicBezTo>
                    <a:pt x="4024934" y="6303166"/>
                    <a:pt x="4066572" y="6268544"/>
                    <a:pt x="4107885" y="6233689"/>
                  </a:cubicBezTo>
                  <a:cubicBezTo>
                    <a:pt x="4128602" y="6216277"/>
                    <a:pt x="4149365" y="6199173"/>
                    <a:pt x="4169795" y="6181389"/>
                  </a:cubicBezTo>
                  <a:cubicBezTo>
                    <a:pt x="4189729" y="6163032"/>
                    <a:pt x="4209542" y="6144643"/>
                    <a:pt x="4229189" y="6125914"/>
                  </a:cubicBezTo>
                  <a:cubicBezTo>
                    <a:pt x="4387326" y="5978255"/>
                    <a:pt x="4528049" y="5812977"/>
                    <a:pt x="4652064" y="5641457"/>
                  </a:cubicBezTo>
                  <a:lnTo>
                    <a:pt x="4697555" y="5576516"/>
                  </a:lnTo>
                  <a:lnTo>
                    <a:pt x="4720492" y="5544537"/>
                  </a:lnTo>
                  <a:cubicBezTo>
                    <a:pt x="4728246" y="5533956"/>
                    <a:pt x="4734819" y="5522469"/>
                    <a:pt x="4741922" y="5511420"/>
                  </a:cubicBezTo>
                  <a:lnTo>
                    <a:pt x="4784179" y="5445022"/>
                  </a:lnTo>
                  <a:cubicBezTo>
                    <a:pt x="4787730" y="5439497"/>
                    <a:pt x="4791161" y="5433940"/>
                    <a:pt x="4794796" y="5428584"/>
                  </a:cubicBezTo>
                  <a:cubicBezTo>
                    <a:pt x="4798637" y="5423432"/>
                    <a:pt x="4803091" y="5418884"/>
                    <a:pt x="4807173" y="5413795"/>
                  </a:cubicBezTo>
                  <a:cubicBezTo>
                    <a:pt x="4815384" y="5403926"/>
                    <a:pt x="4822656" y="5393214"/>
                    <a:pt x="4830010" y="5382674"/>
                  </a:cubicBezTo>
                  <a:lnTo>
                    <a:pt x="4874298" y="5319323"/>
                  </a:lnTo>
                  <a:lnTo>
                    <a:pt x="4896484" y="5287734"/>
                  </a:lnTo>
                  <a:cubicBezTo>
                    <a:pt x="4903839" y="5277191"/>
                    <a:pt x="4911520" y="5266885"/>
                    <a:pt x="4918019" y="5255673"/>
                  </a:cubicBezTo>
                  <a:lnTo>
                    <a:pt x="4999238" y="5124058"/>
                  </a:lnTo>
                  <a:cubicBezTo>
                    <a:pt x="5102559" y="4945225"/>
                    <a:pt x="5185787" y="4753943"/>
                    <a:pt x="5251271" y="4554965"/>
                  </a:cubicBezTo>
                  <a:cubicBezTo>
                    <a:pt x="5259371" y="4530051"/>
                    <a:pt x="5268846" y="4505799"/>
                    <a:pt x="5276136" y="4480521"/>
                  </a:cubicBezTo>
                  <a:lnTo>
                    <a:pt x="5297442" y="4404389"/>
                  </a:lnTo>
                  <a:lnTo>
                    <a:pt x="5318953" y="4328458"/>
                  </a:lnTo>
                  <a:cubicBezTo>
                    <a:pt x="5322895" y="4315679"/>
                    <a:pt x="5325929" y="4303390"/>
                    <a:pt x="5328684" y="4291175"/>
                  </a:cubicBezTo>
                  <a:lnTo>
                    <a:pt x="5337470" y="4254522"/>
                  </a:lnTo>
                  <a:cubicBezTo>
                    <a:pt x="5343899" y="4230045"/>
                    <a:pt x="5348129" y="4205565"/>
                    <a:pt x="5353277" y="4181038"/>
                  </a:cubicBezTo>
                  <a:cubicBezTo>
                    <a:pt x="5358786" y="4156608"/>
                    <a:pt x="5362533" y="4132000"/>
                    <a:pt x="5366762" y="4107520"/>
                  </a:cubicBezTo>
                  <a:cubicBezTo>
                    <a:pt x="5368877" y="4095280"/>
                    <a:pt x="5371390" y="4083000"/>
                    <a:pt x="5373105" y="4070802"/>
                  </a:cubicBezTo>
                  <a:lnTo>
                    <a:pt x="5378288" y="4034066"/>
                  </a:lnTo>
                  <a:lnTo>
                    <a:pt x="5383471" y="3997331"/>
                  </a:lnTo>
                  <a:lnTo>
                    <a:pt x="5387373" y="3960547"/>
                  </a:lnTo>
                  <a:cubicBezTo>
                    <a:pt x="5408513" y="3764258"/>
                    <a:pt x="5404752" y="3567184"/>
                    <a:pt x="5375699" y="3369810"/>
                  </a:cubicBezTo>
                  <a:cubicBezTo>
                    <a:pt x="5347044" y="3172396"/>
                    <a:pt x="5293473" y="2975222"/>
                    <a:pt x="5225695" y="2777923"/>
                  </a:cubicBezTo>
                  <a:cubicBezTo>
                    <a:pt x="5157675" y="2580560"/>
                    <a:pt x="5075729" y="2382997"/>
                    <a:pt x="4989893" y="2181595"/>
                  </a:cubicBezTo>
                  <a:lnTo>
                    <a:pt x="4856777" y="1872581"/>
                  </a:lnTo>
                  <a:cubicBezTo>
                    <a:pt x="4811108" y="1763784"/>
                    <a:pt x="4768691" y="1655416"/>
                    <a:pt x="4729367" y="1547581"/>
                  </a:cubicBezTo>
                  <a:cubicBezTo>
                    <a:pt x="4650320" y="1331954"/>
                    <a:pt x="4585048" y="1118545"/>
                    <a:pt x="4510575" y="917244"/>
                  </a:cubicBezTo>
                  <a:cubicBezTo>
                    <a:pt x="4473339" y="816594"/>
                    <a:pt x="4433491" y="718925"/>
                    <a:pt x="4387446" y="626512"/>
                  </a:cubicBezTo>
                  <a:cubicBezTo>
                    <a:pt x="4341559" y="533993"/>
                    <a:pt x="4289352" y="446701"/>
                    <a:pt x="4227716" y="368510"/>
                  </a:cubicBezTo>
                  <a:cubicBezTo>
                    <a:pt x="4166554" y="290006"/>
                    <a:pt x="4096194" y="220222"/>
                    <a:pt x="4017774" y="161674"/>
                  </a:cubicBezTo>
                  <a:cubicBezTo>
                    <a:pt x="3939391" y="102989"/>
                    <a:pt x="3853034" y="55709"/>
                    <a:pt x="3761542" y="19860"/>
                  </a:cubicBezTo>
                  <a:lnTo>
                    <a:pt x="3727185" y="6533"/>
                  </a:lnTo>
                  <a:close/>
                  <a:moveTo>
                    <a:pt x="1325680" y="0"/>
                  </a:moveTo>
                  <a:lnTo>
                    <a:pt x="2347354" y="0"/>
                  </a:lnTo>
                  <a:lnTo>
                    <a:pt x="2262734" y="20581"/>
                  </a:lnTo>
                  <a:cubicBezTo>
                    <a:pt x="2164073" y="49233"/>
                    <a:pt x="2066423" y="82020"/>
                    <a:pt x="1969830" y="118108"/>
                  </a:cubicBezTo>
                  <a:cubicBezTo>
                    <a:pt x="1945675" y="127092"/>
                    <a:pt x="1921391" y="135598"/>
                    <a:pt x="1897367" y="145059"/>
                  </a:cubicBezTo>
                  <a:cubicBezTo>
                    <a:pt x="1873522" y="155302"/>
                    <a:pt x="1849679" y="165546"/>
                    <a:pt x="1825860" y="175210"/>
                  </a:cubicBezTo>
                  <a:lnTo>
                    <a:pt x="1754258" y="204746"/>
                  </a:lnTo>
                  <a:lnTo>
                    <a:pt x="1683442" y="237143"/>
                  </a:lnTo>
                  <a:cubicBezTo>
                    <a:pt x="1659851" y="247896"/>
                    <a:pt x="1636127" y="258172"/>
                    <a:pt x="1612330" y="268724"/>
                  </a:cubicBezTo>
                  <a:lnTo>
                    <a:pt x="1542244" y="303229"/>
                  </a:lnTo>
                  <a:lnTo>
                    <a:pt x="1471990" y="337395"/>
                  </a:lnTo>
                  <a:cubicBezTo>
                    <a:pt x="1448660" y="349103"/>
                    <a:pt x="1425927" y="362441"/>
                    <a:pt x="1402813" y="374794"/>
                  </a:cubicBezTo>
                  <a:lnTo>
                    <a:pt x="1333886" y="412702"/>
                  </a:lnTo>
                  <a:cubicBezTo>
                    <a:pt x="1310940" y="425394"/>
                    <a:pt x="1288842" y="440228"/>
                    <a:pt x="1266278" y="453907"/>
                  </a:cubicBezTo>
                  <a:lnTo>
                    <a:pt x="1199136" y="496266"/>
                  </a:lnTo>
                  <a:lnTo>
                    <a:pt x="1182302" y="506917"/>
                  </a:lnTo>
                  <a:lnTo>
                    <a:pt x="1166009" y="518449"/>
                  </a:lnTo>
                  <a:lnTo>
                    <a:pt x="1133302" y="541479"/>
                  </a:lnTo>
                  <a:lnTo>
                    <a:pt x="1067923" y="587403"/>
                  </a:lnTo>
                  <a:lnTo>
                    <a:pt x="1051509" y="598902"/>
                  </a:lnTo>
                  <a:lnTo>
                    <a:pt x="1035673" y="611145"/>
                  </a:lnTo>
                  <a:lnTo>
                    <a:pt x="1003878" y="635598"/>
                  </a:lnTo>
                  <a:cubicBezTo>
                    <a:pt x="961473" y="668248"/>
                    <a:pt x="918407" y="699983"/>
                    <a:pt x="877673" y="735582"/>
                  </a:cubicBezTo>
                  <a:cubicBezTo>
                    <a:pt x="711850" y="872792"/>
                    <a:pt x="555901" y="1026776"/>
                    <a:pt x="417533" y="1198720"/>
                  </a:cubicBezTo>
                  <a:cubicBezTo>
                    <a:pt x="278999" y="1370325"/>
                    <a:pt x="156917" y="1557820"/>
                    <a:pt x="54935" y="1756293"/>
                  </a:cubicBezTo>
                  <a:lnTo>
                    <a:pt x="17844" y="1831433"/>
                  </a:lnTo>
                  <a:lnTo>
                    <a:pt x="0" y="1869131"/>
                  </a:lnTo>
                  <a:lnTo>
                    <a:pt x="0" y="1198550"/>
                  </a:lnTo>
                  <a:lnTo>
                    <a:pt x="185957" y="961506"/>
                  </a:lnTo>
                  <a:cubicBezTo>
                    <a:pt x="342426" y="776600"/>
                    <a:pt x="509755" y="602849"/>
                    <a:pt x="689746" y="447064"/>
                  </a:cubicBezTo>
                  <a:cubicBezTo>
                    <a:pt x="733932" y="406795"/>
                    <a:pt x="780859" y="370795"/>
                    <a:pt x="827126" y="333881"/>
                  </a:cubicBezTo>
                  <a:cubicBezTo>
                    <a:pt x="872886" y="295949"/>
                    <a:pt x="921195" y="262526"/>
                    <a:pt x="968997" y="228085"/>
                  </a:cubicBezTo>
                  <a:lnTo>
                    <a:pt x="1004883" y="202373"/>
                  </a:lnTo>
                  <a:lnTo>
                    <a:pt x="1022826" y="189517"/>
                  </a:lnTo>
                  <a:lnTo>
                    <a:pt x="1041187" y="177509"/>
                  </a:lnTo>
                  <a:lnTo>
                    <a:pt x="1114760" y="129512"/>
                  </a:lnTo>
                  <a:cubicBezTo>
                    <a:pt x="1139435" y="113750"/>
                    <a:pt x="1163439" y="96630"/>
                    <a:pt x="1188498" y="81854"/>
                  </a:cubicBezTo>
                  <a:lnTo>
                    <a:pt x="1263461" y="36880"/>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D01D44A9-1D51-461B-A228-06F6C500B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5600" cy="6858000"/>
            </a:xfrm>
            <a:custGeom>
              <a:avLst/>
              <a:gdLst>
                <a:gd name="connsiteX0" fmla="*/ 0 w 6055600"/>
                <a:gd name="connsiteY0" fmla="*/ 5960220 h 6858000"/>
                <a:gd name="connsiteX1" fmla="*/ 36039 w 6055600"/>
                <a:gd name="connsiteY1" fmla="*/ 6002605 h 6858000"/>
                <a:gd name="connsiteX2" fmla="*/ 92950 w 6055600"/>
                <a:gd name="connsiteY2" fmla="*/ 6059050 h 6858000"/>
                <a:gd name="connsiteX3" fmla="*/ 153706 w 6055600"/>
                <a:gd name="connsiteY3" fmla="*/ 6111427 h 6858000"/>
                <a:gd name="connsiteX4" fmla="*/ 216806 w 6055600"/>
                <a:gd name="connsiteY4" fmla="*/ 6161603 h 6858000"/>
                <a:gd name="connsiteX5" fmla="*/ 281945 w 6055600"/>
                <a:gd name="connsiteY5" fmla="*/ 6209777 h 6858000"/>
                <a:gd name="connsiteX6" fmla="*/ 553337 w 6055600"/>
                <a:gd name="connsiteY6" fmla="*/ 6391500 h 6858000"/>
                <a:gd name="connsiteX7" fmla="*/ 690543 w 6055600"/>
                <a:gd name="connsiteY7" fmla="*/ 6481634 h 6858000"/>
                <a:gd name="connsiteX8" fmla="*/ 827127 w 6055600"/>
                <a:gd name="connsiteY8" fmla="*/ 6573159 h 6858000"/>
                <a:gd name="connsiteX9" fmla="*/ 1095915 w 6055600"/>
                <a:gd name="connsiteY9" fmla="*/ 6762202 h 6858000"/>
                <a:gd name="connsiteX10" fmla="*/ 1224853 w 6055600"/>
                <a:gd name="connsiteY10" fmla="*/ 6858000 h 6858000"/>
                <a:gd name="connsiteX11" fmla="*/ 1154072 w 6055600"/>
                <a:gd name="connsiteY11" fmla="*/ 6858000 h 6858000"/>
                <a:gd name="connsiteX12" fmla="*/ 1073489 w 6055600"/>
                <a:gd name="connsiteY12" fmla="*/ 6799140 h 6858000"/>
                <a:gd name="connsiteX13" fmla="*/ 800175 w 6055600"/>
                <a:gd name="connsiteY13" fmla="*/ 6620441 h 6858000"/>
                <a:gd name="connsiteX14" fmla="*/ 231518 w 6055600"/>
                <a:gd name="connsiteY14" fmla="*/ 6299323 h 6858000"/>
                <a:gd name="connsiteX15" fmla="*/ 160401 w 6055600"/>
                <a:gd name="connsiteY15" fmla="*/ 6256627 h 6858000"/>
                <a:gd name="connsiteX16" fmla="*/ 89697 w 6055600"/>
                <a:gd name="connsiteY16" fmla="*/ 6211916 h 6858000"/>
                <a:gd name="connsiteX17" fmla="*/ 20148 w 6055600"/>
                <a:gd name="connsiteY17" fmla="*/ 6163835 h 6858000"/>
                <a:gd name="connsiteX18" fmla="*/ 0 w 6055600"/>
                <a:gd name="connsiteY18" fmla="*/ 6147796 h 6858000"/>
                <a:gd name="connsiteX19" fmla="*/ 3748345 w 6055600"/>
                <a:gd name="connsiteY19" fmla="*/ 0 h 6858000"/>
                <a:gd name="connsiteX20" fmla="*/ 4277792 w 6055600"/>
                <a:gd name="connsiteY20" fmla="*/ 0 h 6858000"/>
                <a:gd name="connsiteX21" fmla="*/ 4339531 w 6055600"/>
                <a:gd name="connsiteY21" fmla="*/ 40262 h 6858000"/>
                <a:gd name="connsiteX22" fmla="*/ 4476306 w 6055600"/>
                <a:gd name="connsiteY22" fmla="*/ 153922 h 6858000"/>
                <a:gd name="connsiteX23" fmla="*/ 4713639 w 6055600"/>
                <a:gd name="connsiteY23" fmla="*/ 422076 h 6858000"/>
                <a:gd name="connsiteX24" fmla="*/ 4906991 w 6055600"/>
                <a:gd name="connsiteY24" fmla="*/ 723463 h 6858000"/>
                <a:gd name="connsiteX25" fmla="*/ 5070511 w 6055600"/>
                <a:gd name="connsiteY25" fmla="*/ 1037524 h 6858000"/>
                <a:gd name="connsiteX26" fmla="*/ 5219493 w 6055600"/>
                <a:gd name="connsiteY26" fmla="*/ 1352079 h 6858000"/>
                <a:gd name="connsiteX27" fmla="*/ 5367779 w 6055600"/>
                <a:gd name="connsiteY27" fmla="*/ 1658945 h 6858000"/>
                <a:gd name="connsiteX28" fmla="*/ 5446095 w 6055600"/>
                <a:gd name="connsiteY28" fmla="*/ 1811301 h 6858000"/>
                <a:gd name="connsiteX29" fmla="*/ 5525115 w 6055600"/>
                <a:gd name="connsiteY29" fmla="*/ 1967103 h 6858000"/>
                <a:gd name="connsiteX30" fmla="*/ 5816642 w 6055600"/>
                <a:gd name="connsiteY30" fmla="*/ 2618837 h 6858000"/>
                <a:gd name="connsiteX31" fmla="*/ 6015787 w 6055600"/>
                <a:gd name="connsiteY31" fmla="*/ 3339957 h 6858000"/>
                <a:gd name="connsiteX32" fmla="*/ 6054206 w 6055600"/>
                <a:gd name="connsiteY32" fmla="*/ 3727239 h 6858000"/>
                <a:gd name="connsiteX33" fmla="*/ 6039811 w 6055600"/>
                <a:gd name="connsiteY33" fmla="*/ 4122735 h 6858000"/>
                <a:gd name="connsiteX34" fmla="*/ 5971601 w 6055600"/>
                <a:gd name="connsiteY34" fmla="*/ 4514288 h 6858000"/>
                <a:gd name="connsiteX35" fmla="*/ 5946751 w 6055600"/>
                <a:gd name="connsiteY35" fmla="*/ 4609838 h 6858000"/>
                <a:gd name="connsiteX36" fmla="*/ 5919986 w 6055600"/>
                <a:gd name="connsiteY36" fmla="*/ 4703178 h 6858000"/>
                <a:gd name="connsiteX37" fmla="*/ 5890731 w 6055600"/>
                <a:gd name="connsiteY37" fmla="*/ 4795992 h 6858000"/>
                <a:gd name="connsiteX38" fmla="*/ 5859058 w 6055600"/>
                <a:gd name="connsiteY38" fmla="*/ 4888015 h 6858000"/>
                <a:gd name="connsiteX39" fmla="*/ 5525053 w 6055600"/>
                <a:gd name="connsiteY39" fmla="*/ 5588449 h 6858000"/>
                <a:gd name="connsiteX40" fmla="*/ 5058962 w 6055600"/>
                <a:gd name="connsiteY40" fmla="*/ 6189929 h 6858000"/>
                <a:gd name="connsiteX41" fmla="*/ 4787706 w 6055600"/>
                <a:gd name="connsiteY41" fmla="*/ 6442985 h 6858000"/>
                <a:gd name="connsiteX42" fmla="*/ 4498686 w 6055600"/>
                <a:gd name="connsiteY42" fmla="*/ 6663678 h 6858000"/>
                <a:gd name="connsiteX43" fmla="*/ 4197167 w 6055600"/>
                <a:gd name="connsiteY43" fmla="*/ 6854053 h 6858000"/>
                <a:gd name="connsiteX44" fmla="*/ 4189720 w 6055600"/>
                <a:gd name="connsiteY44" fmla="*/ 6858000 h 6858000"/>
                <a:gd name="connsiteX45" fmla="*/ 3651929 w 6055600"/>
                <a:gd name="connsiteY45" fmla="*/ 6858000 h 6858000"/>
                <a:gd name="connsiteX46" fmla="*/ 3789040 w 6055600"/>
                <a:gd name="connsiteY46" fmla="*/ 6778034 h 6858000"/>
                <a:gd name="connsiteX47" fmla="*/ 4335568 w 6055600"/>
                <a:gd name="connsiteY47" fmla="*/ 6382709 h 6858000"/>
                <a:gd name="connsiteX48" fmla="*/ 4586923 w 6055600"/>
                <a:gd name="connsiteY48" fmla="*/ 6158577 h 6858000"/>
                <a:gd name="connsiteX49" fmla="*/ 4819585 w 6055600"/>
                <a:gd name="connsiteY49" fmla="*/ 5915847 h 6858000"/>
                <a:gd name="connsiteX50" fmla="*/ 5214727 w 6055600"/>
                <a:gd name="connsiteY50" fmla="*/ 5371094 h 6858000"/>
                <a:gd name="connsiteX51" fmla="*/ 5495409 w 6055600"/>
                <a:gd name="connsiteY51" fmla="*/ 4752778 h 6858000"/>
                <a:gd name="connsiteX52" fmla="*/ 5522322 w 6055600"/>
                <a:gd name="connsiteY52" fmla="*/ 4671511 h 6858000"/>
                <a:gd name="connsiteX53" fmla="*/ 5547631 w 6055600"/>
                <a:gd name="connsiteY53" fmla="*/ 4589675 h 6858000"/>
                <a:gd name="connsiteX54" fmla="*/ 5570792 w 6055600"/>
                <a:gd name="connsiteY54" fmla="*/ 4506978 h 6858000"/>
                <a:gd name="connsiteX55" fmla="*/ 5591541 w 6055600"/>
                <a:gd name="connsiteY55" fmla="*/ 4425334 h 6858000"/>
                <a:gd name="connsiteX56" fmla="*/ 5649500 w 6055600"/>
                <a:gd name="connsiteY56" fmla="*/ 4097286 h 6858000"/>
                <a:gd name="connsiteX57" fmla="*/ 5637615 w 6055600"/>
                <a:gd name="connsiteY57" fmla="*/ 3437524 h 6858000"/>
                <a:gd name="connsiteX58" fmla="*/ 5475454 w 6055600"/>
                <a:gd name="connsiteY58" fmla="*/ 2791575 h 6858000"/>
                <a:gd name="connsiteX59" fmla="*/ 5217600 w 6055600"/>
                <a:gd name="connsiteY59" fmla="*/ 2164719 h 6858000"/>
                <a:gd name="connsiteX60" fmla="*/ 5144941 w 6055600"/>
                <a:gd name="connsiteY60" fmla="*/ 2009490 h 6858000"/>
                <a:gd name="connsiteX61" fmla="*/ 5070052 w 6055600"/>
                <a:gd name="connsiteY61" fmla="*/ 1851823 h 6858000"/>
                <a:gd name="connsiteX62" fmla="*/ 4926984 w 6055600"/>
                <a:gd name="connsiteY62" fmla="*/ 1529226 h 6858000"/>
                <a:gd name="connsiteX63" fmla="*/ 4790925 w 6055600"/>
                <a:gd name="connsiteY63" fmla="*/ 1209923 h 6858000"/>
                <a:gd name="connsiteX64" fmla="*/ 4650559 w 6055600"/>
                <a:gd name="connsiteY64" fmla="*/ 902490 h 6858000"/>
                <a:gd name="connsiteX65" fmla="*/ 4491930 w 6055600"/>
                <a:gd name="connsiteY65" fmla="*/ 616919 h 6858000"/>
                <a:gd name="connsiteX66" fmla="*/ 4302323 w 6055600"/>
                <a:gd name="connsiteY66" fmla="*/ 366083 h 6858000"/>
                <a:gd name="connsiteX67" fmla="*/ 4072203 w 6055600"/>
                <a:gd name="connsiteY67" fmla="*/ 164982 h 6858000"/>
                <a:gd name="connsiteX68" fmla="*/ 3803964 w 6055600"/>
                <a:gd name="connsiteY68" fmla="*/ 21052 h 6858000"/>
                <a:gd name="connsiteX69" fmla="*/ 3768314 w 6055600"/>
                <a:gd name="connsiteY69" fmla="*/ 6826 h 6858000"/>
                <a:gd name="connsiteX70" fmla="*/ 1589779 w 6055600"/>
                <a:gd name="connsiteY70" fmla="*/ 0 h 6858000"/>
                <a:gd name="connsiteX71" fmla="*/ 1918056 w 6055600"/>
                <a:gd name="connsiteY71" fmla="*/ 0 h 6858000"/>
                <a:gd name="connsiteX72" fmla="*/ 1764243 w 6055600"/>
                <a:gd name="connsiteY72" fmla="*/ 55145 h 6858000"/>
                <a:gd name="connsiteX73" fmla="*/ 1313330 w 6055600"/>
                <a:gd name="connsiteY73" fmla="*/ 274424 h 6858000"/>
                <a:gd name="connsiteX74" fmla="*/ 295673 w 6055600"/>
                <a:gd name="connsiteY74" fmla="*/ 1187630 h 6858000"/>
                <a:gd name="connsiteX75" fmla="*/ 96207 w 6055600"/>
                <a:gd name="connsiteY75" fmla="*/ 1474327 h 6858000"/>
                <a:gd name="connsiteX76" fmla="*/ 0 w 6055600"/>
                <a:gd name="connsiteY76" fmla="*/ 1641460 h 6858000"/>
                <a:gd name="connsiteX77" fmla="*/ 0 w 6055600"/>
                <a:gd name="connsiteY77" fmla="*/ 1224218 h 6858000"/>
                <a:gd name="connsiteX78" fmla="*/ 150937 w 6055600"/>
                <a:gd name="connsiteY78" fmla="*/ 1040975 h 6858000"/>
                <a:gd name="connsiteX79" fmla="*/ 1264907 w 6055600"/>
                <a:gd name="connsiteY79" fmla="*/ 158248 h 6858000"/>
                <a:gd name="connsiteX80" fmla="*/ 1575167 w 6055600"/>
                <a:gd name="connsiteY80" fmla="*/ 56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55600" h="6858000">
                  <a:moveTo>
                    <a:pt x="0" y="5960220"/>
                  </a:moveTo>
                  <a:lnTo>
                    <a:pt x="36039" y="6002605"/>
                  </a:lnTo>
                  <a:cubicBezTo>
                    <a:pt x="54896" y="6021530"/>
                    <a:pt x="73635" y="6040425"/>
                    <a:pt x="92950" y="6059050"/>
                  </a:cubicBezTo>
                  <a:lnTo>
                    <a:pt x="153706" y="6111427"/>
                  </a:lnTo>
                  <a:cubicBezTo>
                    <a:pt x="173546" y="6129485"/>
                    <a:pt x="195722" y="6144912"/>
                    <a:pt x="216806" y="6161603"/>
                  </a:cubicBezTo>
                  <a:cubicBezTo>
                    <a:pt x="238229" y="6177961"/>
                    <a:pt x="259466" y="6194551"/>
                    <a:pt x="281945" y="6209777"/>
                  </a:cubicBezTo>
                  <a:cubicBezTo>
                    <a:pt x="369940" y="6272709"/>
                    <a:pt x="461791" y="6332004"/>
                    <a:pt x="553337" y="6391500"/>
                  </a:cubicBezTo>
                  <a:lnTo>
                    <a:pt x="690543" y="6481634"/>
                  </a:lnTo>
                  <a:lnTo>
                    <a:pt x="827127" y="6573159"/>
                  </a:lnTo>
                  <a:cubicBezTo>
                    <a:pt x="917674" y="6634511"/>
                    <a:pt x="1007156" y="6697737"/>
                    <a:pt x="1095915" y="6762202"/>
                  </a:cubicBezTo>
                  <a:lnTo>
                    <a:pt x="1224853" y="6858000"/>
                  </a:lnTo>
                  <a:lnTo>
                    <a:pt x="1154072" y="6858000"/>
                  </a:lnTo>
                  <a:lnTo>
                    <a:pt x="1073489" y="6799140"/>
                  </a:lnTo>
                  <a:cubicBezTo>
                    <a:pt x="983882" y="6736908"/>
                    <a:pt x="892851" y="6677125"/>
                    <a:pt x="800175" y="6620441"/>
                  </a:cubicBezTo>
                  <a:cubicBezTo>
                    <a:pt x="615108" y="6506015"/>
                    <a:pt x="422939" y="6407807"/>
                    <a:pt x="231518" y="6299323"/>
                  </a:cubicBezTo>
                  <a:cubicBezTo>
                    <a:pt x="207467" y="6286226"/>
                    <a:pt x="184098" y="6271045"/>
                    <a:pt x="160401" y="6256627"/>
                  </a:cubicBezTo>
                  <a:cubicBezTo>
                    <a:pt x="136809" y="6241811"/>
                    <a:pt x="112558" y="6228518"/>
                    <a:pt x="89697" y="6211916"/>
                  </a:cubicBezTo>
                  <a:lnTo>
                    <a:pt x="20148" y="6163835"/>
                  </a:lnTo>
                  <a:lnTo>
                    <a:pt x="0" y="6147796"/>
                  </a:lnTo>
                  <a:close/>
                  <a:moveTo>
                    <a:pt x="3748345" y="0"/>
                  </a:moveTo>
                  <a:lnTo>
                    <a:pt x="4277792" y="0"/>
                  </a:lnTo>
                  <a:lnTo>
                    <a:pt x="4339531" y="40262"/>
                  </a:lnTo>
                  <a:cubicBezTo>
                    <a:pt x="4386991" y="75346"/>
                    <a:pt x="4432680" y="113353"/>
                    <a:pt x="4476306" y="153922"/>
                  </a:cubicBezTo>
                  <a:cubicBezTo>
                    <a:pt x="4563779" y="234693"/>
                    <a:pt x="4642423" y="325982"/>
                    <a:pt x="4713639" y="422076"/>
                  </a:cubicBezTo>
                  <a:cubicBezTo>
                    <a:pt x="4784481" y="518635"/>
                    <a:pt x="4848552" y="619893"/>
                    <a:pt x="4906991" y="723463"/>
                  </a:cubicBezTo>
                  <a:cubicBezTo>
                    <a:pt x="4965582" y="826932"/>
                    <a:pt x="5019421" y="932243"/>
                    <a:pt x="5070511" y="1037524"/>
                  </a:cubicBezTo>
                  <a:cubicBezTo>
                    <a:pt x="5121871" y="1142738"/>
                    <a:pt x="5170833" y="1248016"/>
                    <a:pt x="5219493" y="1352079"/>
                  </a:cubicBezTo>
                  <a:cubicBezTo>
                    <a:pt x="5268459" y="1455943"/>
                    <a:pt x="5317204" y="1558756"/>
                    <a:pt x="5367779" y="1658945"/>
                  </a:cubicBezTo>
                  <a:lnTo>
                    <a:pt x="5446095" y="1811301"/>
                  </a:lnTo>
                  <a:cubicBezTo>
                    <a:pt x="5472584" y="1862992"/>
                    <a:pt x="5498885" y="1914915"/>
                    <a:pt x="5525115" y="1967103"/>
                  </a:cubicBezTo>
                  <a:cubicBezTo>
                    <a:pt x="5629428" y="2176256"/>
                    <a:pt x="5730254" y="2391411"/>
                    <a:pt x="5816642" y="2618837"/>
                  </a:cubicBezTo>
                  <a:cubicBezTo>
                    <a:pt x="5902562" y="2846137"/>
                    <a:pt x="5974641" y="3086291"/>
                    <a:pt x="6015787" y="3339957"/>
                  </a:cubicBezTo>
                  <a:cubicBezTo>
                    <a:pt x="6036373" y="3466512"/>
                    <a:pt x="6050262" y="3596084"/>
                    <a:pt x="6054206" y="3727239"/>
                  </a:cubicBezTo>
                  <a:cubicBezTo>
                    <a:pt x="6058266" y="3858425"/>
                    <a:pt x="6053460" y="3990915"/>
                    <a:pt x="6039811" y="4122735"/>
                  </a:cubicBezTo>
                  <a:cubicBezTo>
                    <a:pt x="6026397" y="4254618"/>
                    <a:pt x="6002552" y="4385688"/>
                    <a:pt x="5971601" y="4514288"/>
                  </a:cubicBezTo>
                  <a:cubicBezTo>
                    <a:pt x="5963342" y="4546050"/>
                    <a:pt x="5955885" y="4579019"/>
                    <a:pt x="5946751" y="4609838"/>
                  </a:cubicBezTo>
                  <a:lnTo>
                    <a:pt x="5919986" y="4703178"/>
                  </a:lnTo>
                  <a:lnTo>
                    <a:pt x="5890731" y="4795992"/>
                  </a:lnTo>
                  <a:cubicBezTo>
                    <a:pt x="5880825" y="4826888"/>
                    <a:pt x="5869667" y="4857307"/>
                    <a:pt x="5859058" y="4888015"/>
                  </a:cubicBezTo>
                  <a:cubicBezTo>
                    <a:pt x="5772112" y="5132558"/>
                    <a:pt x="5660551" y="5369373"/>
                    <a:pt x="5525053" y="5588449"/>
                  </a:cubicBezTo>
                  <a:cubicBezTo>
                    <a:pt x="5389674" y="5807557"/>
                    <a:pt x="5232835" y="6010440"/>
                    <a:pt x="5058962" y="6189929"/>
                  </a:cubicBezTo>
                  <a:cubicBezTo>
                    <a:pt x="4972125" y="6279771"/>
                    <a:pt x="4880998" y="6363650"/>
                    <a:pt x="4787706" y="6442985"/>
                  </a:cubicBezTo>
                  <a:cubicBezTo>
                    <a:pt x="4693655" y="6521410"/>
                    <a:pt x="4597439" y="6595290"/>
                    <a:pt x="4498686" y="6663678"/>
                  </a:cubicBezTo>
                  <a:cubicBezTo>
                    <a:pt x="4399893" y="6731984"/>
                    <a:pt x="4299240" y="6795191"/>
                    <a:pt x="4197167" y="6854053"/>
                  </a:cubicBezTo>
                  <a:lnTo>
                    <a:pt x="4189720" y="6858000"/>
                  </a:lnTo>
                  <a:lnTo>
                    <a:pt x="3651929" y="6858000"/>
                  </a:lnTo>
                  <a:lnTo>
                    <a:pt x="3789040" y="6778034"/>
                  </a:lnTo>
                  <a:cubicBezTo>
                    <a:pt x="3978462" y="6656931"/>
                    <a:pt x="4162446" y="6525734"/>
                    <a:pt x="4335568" y="6382709"/>
                  </a:cubicBezTo>
                  <a:cubicBezTo>
                    <a:pt x="4422084" y="6310901"/>
                    <a:pt x="4506335" y="6236787"/>
                    <a:pt x="4586923" y="6158577"/>
                  </a:cubicBezTo>
                  <a:cubicBezTo>
                    <a:pt x="4668153" y="6081248"/>
                    <a:pt x="4745649" y="6000086"/>
                    <a:pt x="4819585" y="5915847"/>
                  </a:cubicBezTo>
                  <a:cubicBezTo>
                    <a:pt x="4967573" y="5747401"/>
                    <a:pt x="5101426" y="5566247"/>
                    <a:pt x="5214727" y="5371094"/>
                  </a:cubicBezTo>
                  <a:cubicBezTo>
                    <a:pt x="5327795" y="5175879"/>
                    <a:pt x="5421090" y="4968427"/>
                    <a:pt x="5495409" y="4752778"/>
                  </a:cubicBezTo>
                  <a:cubicBezTo>
                    <a:pt x="5504291" y="4725712"/>
                    <a:pt x="5513872" y="4698834"/>
                    <a:pt x="5522322" y="4671511"/>
                  </a:cubicBezTo>
                  <a:lnTo>
                    <a:pt x="5547631" y="4589675"/>
                  </a:lnTo>
                  <a:lnTo>
                    <a:pt x="5570792" y="4506978"/>
                  </a:lnTo>
                  <a:cubicBezTo>
                    <a:pt x="5578845" y="4479265"/>
                    <a:pt x="5584485" y="4452605"/>
                    <a:pt x="5591541" y="4425334"/>
                  </a:cubicBezTo>
                  <a:cubicBezTo>
                    <a:pt x="5618002" y="4316765"/>
                    <a:pt x="5636850" y="4207148"/>
                    <a:pt x="5649500" y="4097286"/>
                  </a:cubicBezTo>
                  <a:cubicBezTo>
                    <a:pt x="5674602" y="3877368"/>
                    <a:pt x="5668749" y="3656091"/>
                    <a:pt x="5637615" y="3437524"/>
                  </a:cubicBezTo>
                  <a:cubicBezTo>
                    <a:pt x="5605861" y="3218934"/>
                    <a:pt x="5549060" y="3003118"/>
                    <a:pt x="5475454" y="2791575"/>
                  </a:cubicBezTo>
                  <a:cubicBezTo>
                    <a:pt x="5402070" y="2579668"/>
                    <a:pt x="5313111" y="2371656"/>
                    <a:pt x="5217600" y="2164719"/>
                  </a:cubicBezTo>
                  <a:cubicBezTo>
                    <a:pt x="5193627" y="2112994"/>
                    <a:pt x="5169419" y="2061207"/>
                    <a:pt x="5144941" y="2009490"/>
                  </a:cubicBezTo>
                  <a:lnTo>
                    <a:pt x="5070052" y="1851823"/>
                  </a:lnTo>
                  <a:cubicBezTo>
                    <a:pt x="5020031" y="1744421"/>
                    <a:pt x="4972748" y="1636620"/>
                    <a:pt x="4926984" y="1529226"/>
                  </a:cubicBezTo>
                  <a:lnTo>
                    <a:pt x="4790925" y="1209923"/>
                  </a:lnTo>
                  <a:cubicBezTo>
                    <a:pt x="4745458" y="1105158"/>
                    <a:pt x="4699567" y="1001976"/>
                    <a:pt x="4650559" y="902490"/>
                  </a:cubicBezTo>
                  <a:cubicBezTo>
                    <a:pt x="4601243" y="803205"/>
                    <a:pt x="4549606" y="706978"/>
                    <a:pt x="4491930" y="616919"/>
                  </a:cubicBezTo>
                  <a:cubicBezTo>
                    <a:pt x="4434712" y="526559"/>
                    <a:pt x="4372370" y="441762"/>
                    <a:pt x="4302323" y="366083"/>
                  </a:cubicBezTo>
                  <a:cubicBezTo>
                    <a:pt x="4232428" y="290304"/>
                    <a:pt x="4155542" y="222846"/>
                    <a:pt x="4072203" y="164982"/>
                  </a:cubicBezTo>
                  <a:cubicBezTo>
                    <a:pt x="3988864" y="107118"/>
                    <a:pt x="3898693" y="59316"/>
                    <a:pt x="3803964" y="21052"/>
                  </a:cubicBezTo>
                  <a:lnTo>
                    <a:pt x="3768314" y="6826"/>
                  </a:lnTo>
                  <a:close/>
                  <a:moveTo>
                    <a:pt x="1589779" y="0"/>
                  </a:moveTo>
                  <a:lnTo>
                    <a:pt x="1918056" y="0"/>
                  </a:lnTo>
                  <a:lnTo>
                    <a:pt x="1764243" y="55145"/>
                  </a:lnTo>
                  <a:cubicBezTo>
                    <a:pt x="1609764" y="115414"/>
                    <a:pt x="1458840" y="188978"/>
                    <a:pt x="1313330" y="274424"/>
                  </a:cubicBezTo>
                  <a:cubicBezTo>
                    <a:pt x="924625" y="501532"/>
                    <a:pt x="576885" y="817476"/>
                    <a:pt x="295673" y="1187630"/>
                  </a:cubicBezTo>
                  <a:cubicBezTo>
                    <a:pt x="225216" y="1280162"/>
                    <a:pt x="158640" y="1375858"/>
                    <a:pt x="96207" y="1474327"/>
                  </a:cubicBezTo>
                  <a:lnTo>
                    <a:pt x="0" y="1641460"/>
                  </a:lnTo>
                  <a:lnTo>
                    <a:pt x="0" y="1224218"/>
                  </a:lnTo>
                  <a:lnTo>
                    <a:pt x="150937" y="1040975"/>
                  </a:lnTo>
                  <a:cubicBezTo>
                    <a:pt x="478530" y="677729"/>
                    <a:pt x="858178" y="381092"/>
                    <a:pt x="1264907" y="158248"/>
                  </a:cubicBezTo>
                  <a:cubicBezTo>
                    <a:pt x="1366631" y="102619"/>
                    <a:pt x="1470177" y="51760"/>
                    <a:pt x="1575167" y="567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Airplane">
            <a:extLst>
              <a:ext uri="{FF2B5EF4-FFF2-40B4-BE49-F238E27FC236}">
                <a16:creationId xmlns:a16="http://schemas.microsoft.com/office/drawing/2014/main" id="{550E964C-11CC-B661-E422-B377B65180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48522" y="3402553"/>
            <a:ext cx="7569261" cy="7569261"/>
          </a:xfrm>
          <a:prstGeom prst="rect">
            <a:avLst/>
          </a:prstGeom>
        </p:spPr>
      </p:pic>
      <p:sp>
        <p:nvSpPr>
          <p:cNvPr id="2" name="TextBox 1">
            <a:extLst>
              <a:ext uri="{FF2B5EF4-FFF2-40B4-BE49-F238E27FC236}">
                <a16:creationId xmlns:a16="http://schemas.microsoft.com/office/drawing/2014/main" id="{4EC52B57-A568-1CCF-BB71-6575CCD2A102}"/>
              </a:ext>
            </a:extLst>
          </p:cNvPr>
          <p:cNvSpPr txBox="1"/>
          <p:nvPr/>
        </p:nvSpPr>
        <p:spPr>
          <a:xfrm>
            <a:off x="12872996" y="3833707"/>
            <a:ext cx="10810500" cy="670695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57150" defTabSz="914400">
              <a:lnSpc>
                <a:spcPct val="150000"/>
              </a:lnSpc>
              <a:spcAft>
                <a:spcPts val="600"/>
              </a:spcAft>
            </a:pPr>
            <a:r>
              <a:rPr lang="en-US" sz="4000" i="1">
                <a:solidFill>
                  <a:schemeClr val="tx2"/>
                </a:solidFill>
                <a:latin typeface="Biome" panose="020B0503030204020804" pitchFamily="34" charset="0"/>
                <a:cs typeface="Biome" panose="020B0503030204020804" pitchFamily="34" charset="0"/>
              </a:rPr>
              <a:t>"Our project, the Air Cargo Management System, simplifies air cargo operations by providing a robust database framework. It ensures efficient tracking, operational transparency, and data-driven decision-making for stakeholders."</a:t>
            </a:r>
            <a:endParaRPr lang="en-US" sz="4000">
              <a:solidFill>
                <a:schemeClr val="tx2"/>
              </a:solidFill>
              <a:latin typeface="Biome" panose="020B0503030204020804" pitchFamily="34" charset="0"/>
              <a:cs typeface="Biome" panose="020B0503030204020804" pitchFamily="34" charset="0"/>
            </a:endParaRPr>
          </a:p>
          <a:p>
            <a:pPr indent="-228600" defTabSz="914400">
              <a:lnSpc>
                <a:spcPct val="90000"/>
              </a:lnSpc>
              <a:spcAft>
                <a:spcPts val="600"/>
              </a:spcAft>
              <a:buFont typeface="Arial" panose="020B0604020202020204" pitchFamily="34" charset="0"/>
              <a:buChar char="•"/>
            </a:pPr>
            <a:endParaRPr lang="en-US">
              <a:solidFill>
                <a:schemeClr val="tx2"/>
              </a:solidFill>
            </a:endParaRPr>
          </a:p>
        </p:txBody>
      </p:sp>
      <p:sp>
        <p:nvSpPr>
          <p:cNvPr id="3" name="TextBox 2">
            <a:extLst>
              <a:ext uri="{FF2B5EF4-FFF2-40B4-BE49-F238E27FC236}">
                <a16:creationId xmlns:a16="http://schemas.microsoft.com/office/drawing/2014/main" id="{753360A1-BE2D-4186-ED88-1DAF4335EBEA}"/>
              </a:ext>
            </a:extLst>
          </p:cNvPr>
          <p:cNvSpPr txBox="1"/>
          <p:nvPr/>
        </p:nvSpPr>
        <p:spPr>
          <a:xfrm>
            <a:off x="168114" y="12146340"/>
            <a:ext cx="23881081" cy="1569660"/>
          </a:xfrm>
          <a:prstGeom prst="rect">
            <a:avLst/>
          </a:prstGeom>
          <a:noFill/>
        </p:spPr>
        <p:txBody>
          <a:bodyPr wrap="square">
            <a:spAutoFit/>
            <a:scene3d>
              <a:camera prst="orthographicFront"/>
              <a:lightRig rig="threePt" dir="t"/>
            </a:scene3d>
            <a:sp3d extrusionH="57150">
              <a:bevelT w="69850" h="69850" prst="divot"/>
            </a:sp3d>
          </a:bodyPr>
          <a:lstStyle/>
          <a:p>
            <a:pPr algn="r"/>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PROJECT SUMMARY</a:t>
            </a:r>
          </a:p>
        </p:txBody>
      </p:sp>
      <p:pic>
        <p:nvPicPr>
          <p:cNvPr id="17" name="Recorded Sound">
            <a:hlinkClick r:id="" action="ppaction://media"/>
            <a:extLst>
              <a:ext uri="{FF2B5EF4-FFF2-40B4-BE49-F238E27FC236}">
                <a16:creationId xmlns:a16="http://schemas.microsoft.com/office/drawing/2014/main" id="{61AA4B1D-93D7-DB8C-1B2C-D06E2066BBE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1088350" y="11474562"/>
            <a:ext cx="487363" cy="487363"/>
          </a:xfrm>
          <a:prstGeom prst="rect">
            <a:avLst/>
          </a:prstGeom>
        </p:spPr>
      </p:pic>
    </p:spTree>
    <p:extLst>
      <p:ext uri="{BB962C8B-B14F-4D97-AF65-F5344CB8AC3E}">
        <p14:creationId xmlns:p14="http://schemas.microsoft.com/office/powerpoint/2010/main" val="3360008051"/>
      </p:ext>
    </p:extLst>
  </p:cSld>
  <p:clrMapOvr>
    <a:masterClrMapping/>
  </p:clrMapOvr>
  <mc:AlternateContent xmlns:mc="http://schemas.openxmlformats.org/markup-compatibility/2006">
    <mc:Choice xmlns:p14="http://schemas.microsoft.com/office/powerpoint/2010/main" Requires="p14">
      <p:transition spd="slow" p14:dur="2000" advTm="25851"/>
    </mc:Choice>
    <mc:Fallback>
      <p:transition spd="slow" advTm="258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975"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typing on a computer&#10;&#10;Description automatically generated">
            <a:extLst>
              <a:ext uri="{FF2B5EF4-FFF2-40B4-BE49-F238E27FC236}">
                <a16:creationId xmlns:a16="http://schemas.microsoft.com/office/drawing/2014/main" id="{EC22D9E7-BACB-9586-2C5C-ED8E9A705424}"/>
              </a:ext>
            </a:extLst>
          </p:cNvPr>
          <p:cNvPicPr>
            <a:picLocks noGrp="1" noRot="1" noChangeAspect="1" noMove="1" noResize="1" noEditPoints="1" noAdjustHandles="1" noChangeArrowheads="1" noChangeShapeType="1" noCrop="1"/>
          </p:cNvPicPr>
          <p:nvPr/>
        </p:nvPicPr>
        <p:blipFill>
          <a:blip r:embed="rId4">
            <a:alphaModFix amt="35000"/>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111" r="11312"/>
          <a:stretch/>
        </p:blipFill>
        <p:spPr>
          <a:xfrm>
            <a:off x="5043398" y="10"/>
            <a:ext cx="19334248" cy="13715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6675"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A46CEEA-937C-FF1C-05D3-0FE208781FFF}"/>
              </a:ext>
            </a:extLst>
          </p:cNvPr>
          <p:cNvSpPr txBox="1">
            <a:spLocks noGrp="1" noRot="1" noMove="1" noResize="1" noEditPoints="1" noAdjustHandles="1" noChangeArrowheads="1" noChangeShapeType="1"/>
          </p:cNvSpPr>
          <p:nvPr/>
        </p:nvSpPr>
        <p:spPr>
          <a:xfrm>
            <a:off x="493523" y="512064"/>
            <a:ext cx="11695302" cy="1151267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fontScale="92500"/>
          </a:bodyPr>
          <a:lstStyle/>
          <a:p>
            <a:pPr marL="285750" indent="-228600" defTabSz="914400">
              <a:lnSpc>
                <a:spcPct val="150000"/>
              </a:lnSpc>
              <a:spcAft>
                <a:spcPts val="600"/>
              </a:spcAft>
              <a:buFont typeface="Arial" panose="020B0604020202020204" pitchFamily="34" charset="0"/>
              <a:buChar char="•"/>
            </a:pPr>
            <a:r>
              <a:rPr lang="en-US" sz="4000" b="1">
                <a:latin typeface="Biome" panose="020B0503030204020804" pitchFamily="34" charset="0"/>
                <a:cs typeface="Biome" panose="020B0503030204020804" pitchFamily="34" charset="0"/>
              </a:rPr>
              <a:t>AI Integration</a:t>
            </a:r>
            <a:r>
              <a:rPr lang="en-US" sz="4000">
                <a:latin typeface="Biome" panose="020B0503030204020804" pitchFamily="34" charset="0"/>
                <a:cs typeface="Biome" panose="020B0503030204020804" pitchFamily="34" charset="0"/>
              </a:rPr>
              <a:t>: Implement predictive analytics for demand forecasting and route optimization.</a:t>
            </a:r>
          </a:p>
          <a:p>
            <a:pPr marL="285750" indent="-228600" defTabSz="914400">
              <a:lnSpc>
                <a:spcPct val="150000"/>
              </a:lnSpc>
              <a:spcAft>
                <a:spcPts val="600"/>
              </a:spcAft>
              <a:buFont typeface="Arial" panose="020B0604020202020204" pitchFamily="34" charset="0"/>
              <a:buChar char="•"/>
            </a:pPr>
            <a:r>
              <a:rPr lang="en-US" sz="4000" b="1">
                <a:latin typeface="Biome" panose="020B0503030204020804" pitchFamily="34" charset="0"/>
                <a:cs typeface="Biome" panose="020B0503030204020804" pitchFamily="34" charset="0"/>
              </a:rPr>
              <a:t>Automation</a:t>
            </a:r>
            <a:r>
              <a:rPr lang="en-US" sz="4000">
                <a:latin typeface="Biome" panose="020B0503030204020804" pitchFamily="34" charset="0"/>
                <a:cs typeface="Biome" panose="020B0503030204020804" pitchFamily="34" charset="0"/>
              </a:rPr>
              <a:t>: Introduce IoT devices for real-time condition monitoring of cargo.</a:t>
            </a:r>
          </a:p>
          <a:p>
            <a:pPr marL="285750" indent="-228600" defTabSz="914400">
              <a:lnSpc>
                <a:spcPct val="150000"/>
              </a:lnSpc>
              <a:spcAft>
                <a:spcPts val="600"/>
              </a:spcAft>
              <a:buFont typeface="Arial" panose="020B0604020202020204" pitchFamily="34" charset="0"/>
              <a:buChar char="•"/>
            </a:pPr>
            <a:r>
              <a:rPr lang="en-US" sz="4000" b="1">
                <a:latin typeface="Biome" panose="020B0503030204020804" pitchFamily="34" charset="0"/>
                <a:cs typeface="Biome" panose="020B0503030204020804" pitchFamily="34" charset="0"/>
              </a:rPr>
              <a:t>Enhanced User Access</a:t>
            </a:r>
            <a:r>
              <a:rPr lang="en-US" sz="4000">
                <a:latin typeface="Biome" panose="020B0503030204020804" pitchFamily="34" charset="0"/>
                <a:cs typeface="Biome" panose="020B0503030204020804" pitchFamily="34" charset="0"/>
              </a:rPr>
              <a:t>: Develop mobile-friendly interfaces for easier customer and carrier access.</a:t>
            </a:r>
          </a:p>
          <a:p>
            <a:pPr marL="285750" indent="-228600" defTabSz="914400">
              <a:lnSpc>
                <a:spcPct val="150000"/>
              </a:lnSpc>
              <a:spcAft>
                <a:spcPts val="600"/>
              </a:spcAft>
              <a:buFont typeface="Arial" panose="020B0604020202020204" pitchFamily="34" charset="0"/>
              <a:buChar char="•"/>
            </a:pPr>
            <a:r>
              <a:rPr lang="en-US" sz="4000" b="1">
                <a:latin typeface="Biome" panose="020B0503030204020804" pitchFamily="34" charset="0"/>
                <a:cs typeface="Biome" panose="020B0503030204020804" pitchFamily="34" charset="0"/>
              </a:rPr>
              <a:t>Scalability Enhancements</a:t>
            </a:r>
            <a:r>
              <a:rPr lang="en-US" sz="4000">
                <a:latin typeface="Biome" panose="020B0503030204020804" pitchFamily="34" charset="0"/>
                <a:cs typeface="Biome" panose="020B0503030204020804" pitchFamily="34" charset="0"/>
              </a:rPr>
              <a:t>: Implement cloud-based architecture to handle global data expansion.</a:t>
            </a:r>
          </a:p>
          <a:p>
            <a:pPr marL="285750" indent="-228600" defTabSz="914400">
              <a:lnSpc>
                <a:spcPct val="150000"/>
              </a:lnSpc>
              <a:spcAft>
                <a:spcPts val="600"/>
              </a:spcAft>
              <a:buFont typeface="Arial" panose="020B0604020202020204" pitchFamily="34" charset="0"/>
              <a:buChar char="•"/>
            </a:pPr>
            <a:r>
              <a:rPr lang="en-US" sz="4000" b="1">
                <a:latin typeface="Biome" panose="020B0503030204020804" pitchFamily="34" charset="0"/>
                <a:cs typeface="Biome" panose="020B0503030204020804" pitchFamily="34" charset="0"/>
              </a:rPr>
              <a:t>Security Features</a:t>
            </a:r>
            <a:r>
              <a:rPr lang="en-US" sz="4000">
                <a:latin typeface="Biome" panose="020B0503030204020804" pitchFamily="34" charset="0"/>
                <a:cs typeface="Biome" panose="020B0503030204020804" pitchFamily="34" charset="0"/>
              </a:rPr>
              <a:t>: Strengthen data protection with advanced encryption and access control.</a:t>
            </a:r>
          </a:p>
          <a:p>
            <a:pPr indent="-228600" defTabSz="914400">
              <a:lnSpc>
                <a:spcPct val="90000"/>
              </a:lnSpc>
              <a:spcAft>
                <a:spcPts val="600"/>
              </a:spcAft>
              <a:buFont typeface="Arial" panose="020B0604020202020204" pitchFamily="34" charset="0"/>
              <a:buChar char="•"/>
            </a:pPr>
            <a:endParaRPr lang="en-US" sz="4000">
              <a:latin typeface="Biome" panose="020B0503030204020804" pitchFamily="34" charset="0"/>
              <a:cs typeface="Biome" panose="020B0503030204020804" pitchFamily="34" charset="0"/>
            </a:endParaRPr>
          </a:p>
        </p:txBody>
      </p:sp>
      <p:sp>
        <p:nvSpPr>
          <p:cNvPr id="7" name="TextBox 6">
            <a:extLst>
              <a:ext uri="{FF2B5EF4-FFF2-40B4-BE49-F238E27FC236}">
                <a16:creationId xmlns:a16="http://schemas.microsoft.com/office/drawing/2014/main" id="{FC57DAF7-C456-776E-E28A-619FC2556E0C}"/>
              </a:ext>
            </a:extLst>
          </p:cNvPr>
          <p:cNvSpPr txBox="1">
            <a:spLocks noGrp="1" noRot="1" noMove="1" noResize="1" noEditPoints="1" noAdjustHandles="1" noChangeArrowheads="1" noChangeShapeType="1"/>
          </p:cNvSpPr>
          <p:nvPr/>
        </p:nvSpPr>
        <p:spPr>
          <a:xfrm>
            <a:off x="267206" y="12146340"/>
            <a:ext cx="23881081" cy="1569660"/>
          </a:xfrm>
          <a:prstGeom prst="rect">
            <a:avLst/>
          </a:prstGeom>
          <a:noFill/>
        </p:spPr>
        <p:txBody>
          <a:bodyPr wrap="square">
            <a:spAutoFit/>
            <a:scene3d>
              <a:camera prst="orthographicFront"/>
              <a:lightRig rig="threePt" dir="t"/>
            </a:scene3d>
            <a:sp3d extrusionH="57150">
              <a:bevelT w="69850" h="69850" prst="divot"/>
            </a:sp3d>
          </a:bodyPr>
          <a:lstStyle/>
          <a:p>
            <a:r>
              <a:rPr lang="en-US" sz="9600" b="1" spc="600">
                <a:solidFill>
                  <a:srgbClr val="706E6E"/>
                </a:solidFill>
                <a:effectLst>
                  <a:outerShdw blurRad="50800" dist="38100" algn="l" rotWithShape="0">
                    <a:prstClr val="black">
                      <a:alpha val="40000"/>
                    </a:prstClr>
                  </a:outerShdw>
                </a:effectLst>
                <a:latin typeface="Trade Gothic Inline" panose="020F0502020204030204" pitchFamily="34" charset="0"/>
              </a:rPr>
              <a:t>POTENTIAL FUTURE IMPROVEMENTS</a:t>
            </a:r>
          </a:p>
        </p:txBody>
      </p:sp>
      <p:pic>
        <p:nvPicPr>
          <p:cNvPr id="10" name="future improvements">
            <a:hlinkClick r:id="" action="ppaction://media"/>
            <a:extLst>
              <a:ext uri="{FF2B5EF4-FFF2-40B4-BE49-F238E27FC236}">
                <a16:creationId xmlns:a16="http://schemas.microsoft.com/office/drawing/2014/main" id="{F9CD895F-9BCC-F591-94ED-D9ADAD400D5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3531922" y="12931170"/>
            <a:ext cx="487363" cy="487363"/>
          </a:xfrm>
          <a:prstGeom prst="rect">
            <a:avLst/>
          </a:prstGeom>
        </p:spPr>
      </p:pic>
    </p:spTree>
    <p:extLst>
      <p:ext uri="{BB962C8B-B14F-4D97-AF65-F5344CB8AC3E}">
        <p14:creationId xmlns:p14="http://schemas.microsoft.com/office/powerpoint/2010/main" val="1422157871"/>
      </p:ext>
    </p:extLst>
  </p:cSld>
  <p:clrMapOvr>
    <a:masterClrMapping/>
  </p:clrMapOvr>
  <mc:AlternateContent xmlns:mc="http://schemas.openxmlformats.org/markup-compatibility/2006">
    <mc:Choice xmlns:p14="http://schemas.microsoft.com/office/powerpoint/2010/main" Requires="p14">
      <p:transition spd="slow" p14:dur="2000" advTm="77264"/>
    </mc:Choice>
    <mc:Fallback>
      <p:transition spd="slow" advTm="77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726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p:cTn id="7" fill="hold" display="0">
                  <p:stCondLst>
                    <p:cond delay="indefinite"/>
                  </p:stCondLst>
                  <p:endCondLst>
                    <p:cond evt="onStopAudio" delay="0">
                      <p:tgtEl>
                        <p:sldTgt/>
                      </p:tgtEl>
                    </p:cond>
                  </p:endCondLst>
                </p:cTn>
                <p:tgtEl>
                  <p:spTgt spid="10"/>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1AE1B9-97A4-F7DD-1569-0E56A65C87B8}"/>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1555"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thank you written in clouds&#10;&#10;Description automatically generated">
            <a:extLst>
              <a:ext uri="{FF2B5EF4-FFF2-40B4-BE49-F238E27FC236}">
                <a16:creationId xmlns:a16="http://schemas.microsoft.com/office/drawing/2014/main" id="{380F4417-A1A6-8A1D-DC8B-4A47FFACA81A}"/>
              </a:ext>
            </a:extLst>
          </p:cNvPr>
          <p:cNvPicPr>
            <a:picLocks noGrp="1" noRot="1" noChangeAspect="1" noMove="1" noResize="1" noEditPoints="1" noAdjustHandles="1" noChangeArrowheads="1" noChangeShapeType="1" noCrop="1"/>
          </p:cNvPicPr>
          <p:nvPr/>
        </p:nvPicPr>
        <p:blipFill>
          <a:blip r:embed="rId2">
            <a:alphaModFix am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376" b="33063"/>
          <a:stretch/>
        </p:blipFill>
        <p:spPr>
          <a:xfrm>
            <a:off x="20" y="10"/>
            <a:ext cx="24377630" cy="958309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30"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320346" y="10936417"/>
            <a:ext cx="2743200" cy="36566"/>
          </a:xfrm>
          <a:custGeom>
            <a:avLst/>
            <a:gdLst>
              <a:gd name="connsiteX0" fmla="*/ 0 w 2743200"/>
              <a:gd name="connsiteY0" fmla="*/ 0 h 36566"/>
              <a:gd name="connsiteX1" fmla="*/ 658368 w 2743200"/>
              <a:gd name="connsiteY1" fmla="*/ 0 h 36566"/>
              <a:gd name="connsiteX2" fmla="*/ 1316736 w 2743200"/>
              <a:gd name="connsiteY2" fmla="*/ 0 h 36566"/>
              <a:gd name="connsiteX3" fmla="*/ 1947672 w 2743200"/>
              <a:gd name="connsiteY3" fmla="*/ 0 h 36566"/>
              <a:gd name="connsiteX4" fmla="*/ 2743200 w 2743200"/>
              <a:gd name="connsiteY4" fmla="*/ 0 h 36566"/>
              <a:gd name="connsiteX5" fmla="*/ 2743200 w 2743200"/>
              <a:gd name="connsiteY5" fmla="*/ 36566 h 36566"/>
              <a:gd name="connsiteX6" fmla="*/ 2029968 w 2743200"/>
              <a:gd name="connsiteY6" fmla="*/ 36566 h 36566"/>
              <a:gd name="connsiteX7" fmla="*/ 1426464 w 2743200"/>
              <a:gd name="connsiteY7" fmla="*/ 36566 h 36566"/>
              <a:gd name="connsiteX8" fmla="*/ 740664 w 2743200"/>
              <a:gd name="connsiteY8" fmla="*/ 36566 h 36566"/>
              <a:gd name="connsiteX9" fmla="*/ 0 w 2743200"/>
              <a:gd name="connsiteY9" fmla="*/ 36566 h 36566"/>
              <a:gd name="connsiteX10" fmla="*/ 0 w 2743200"/>
              <a:gd name="connsiteY10"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43200" h="36566" fill="none" extrusionOk="0">
                <a:moveTo>
                  <a:pt x="0" y="0"/>
                </a:moveTo>
                <a:cubicBezTo>
                  <a:pt x="203154" y="-13314"/>
                  <a:pt x="471706" y="-4046"/>
                  <a:pt x="658368" y="0"/>
                </a:cubicBezTo>
                <a:cubicBezTo>
                  <a:pt x="845030" y="4046"/>
                  <a:pt x="1032095" y="18950"/>
                  <a:pt x="1316736" y="0"/>
                </a:cubicBezTo>
                <a:cubicBezTo>
                  <a:pt x="1601377" y="-18950"/>
                  <a:pt x="1738090" y="27229"/>
                  <a:pt x="1947672" y="0"/>
                </a:cubicBezTo>
                <a:cubicBezTo>
                  <a:pt x="2157254" y="-27229"/>
                  <a:pt x="2376763" y="4998"/>
                  <a:pt x="2743200" y="0"/>
                </a:cubicBezTo>
                <a:cubicBezTo>
                  <a:pt x="2743950" y="8493"/>
                  <a:pt x="2742482" y="22687"/>
                  <a:pt x="2743200" y="36566"/>
                </a:cubicBezTo>
                <a:cubicBezTo>
                  <a:pt x="2440514" y="51088"/>
                  <a:pt x="2247681" y="24269"/>
                  <a:pt x="2029968" y="36566"/>
                </a:cubicBezTo>
                <a:cubicBezTo>
                  <a:pt x="1812255" y="48863"/>
                  <a:pt x="1627279" y="45663"/>
                  <a:pt x="1426464" y="36566"/>
                </a:cubicBezTo>
                <a:cubicBezTo>
                  <a:pt x="1225649" y="27469"/>
                  <a:pt x="1069044" y="44724"/>
                  <a:pt x="740664" y="36566"/>
                </a:cubicBezTo>
                <a:cubicBezTo>
                  <a:pt x="412284" y="28408"/>
                  <a:pt x="233994" y="58206"/>
                  <a:pt x="0" y="36566"/>
                </a:cubicBezTo>
                <a:cubicBezTo>
                  <a:pt x="-353" y="20477"/>
                  <a:pt x="1667" y="15968"/>
                  <a:pt x="0" y="0"/>
                </a:cubicBezTo>
                <a:close/>
              </a:path>
              <a:path w="2743200" h="36566" stroke="0" extrusionOk="0">
                <a:moveTo>
                  <a:pt x="0" y="0"/>
                </a:moveTo>
                <a:cubicBezTo>
                  <a:pt x="284335" y="17735"/>
                  <a:pt x="331144" y="-16523"/>
                  <a:pt x="603504" y="0"/>
                </a:cubicBezTo>
                <a:cubicBezTo>
                  <a:pt x="875864" y="16523"/>
                  <a:pt x="953224" y="31310"/>
                  <a:pt x="1261872" y="0"/>
                </a:cubicBezTo>
                <a:cubicBezTo>
                  <a:pt x="1570520" y="-31310"/>
                  <a:pt x="1766030" y="-35603"/>
                  <a:pt x="1975104" y="0"/>
                </a:cubicBezTo>
                <a:cubicBezTo>
                  <a:pt x="2184178" y="35603"/>
                  <a:pt x="2378102" y="-20139"/>
                  <a:pt x="2743200" y="0"/>
                </a:cubicBezTo>
                <a:cubicBezTo>
                  <a:pt x="2744562" y="8249"/>
                  <a:pt x="2743094" y="25171"/>
                  <a:pt x="2743200" y="36566"/>
                </a:cubicBezTo>
                <a:cubicBezTo>
                  <a:pt x="2589306" y="64353"/>
                  <a:pt x="2315180" y="31169"/>
                  <a:pt x="2002536" y="36566"/>
                </a:cubicBezTo>
                <a:cubicBezTo>
                  <a:pt x="1689892" y="41963"/>
                  <a:pt x="1534270" y="44244"/>
                  <a:pt x="1344168" y="36566"/>
                </a:cubicBezTo>
                <a:cubicBezTo>
                  <a:pt x="1154066" y="28888"/>
                  <a:pt x="886963" y="53958"/>
                  <a:pt x="658368" y="36566"/>
                </a:cubicBezTo>
                <a:cubicBezTo>
                  <a:pt x="429773" y="19174"/>
                  <a:pt x="177628" y="37962"/>
                  <a:pt x="0" y="36566"/>
                </a:cubicBezTo>
                <a:cubicBezTo>
                  <a:pt x="-900" y="18433"/>
                  <a:pt x="398" y="949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CCBB9DB-399A-CD39-E202-620FD3FD72C1}"/>
              </a:ext>
            </a:extLst>
          </p:cNvPr>
          <p:cNvSpPr txBox="1">
            <a:spLocks noGrp="1" noRot="1" noMove="1" noResize="1" noEditPoints="1" noAdjustHandles="1" noChangeArrowheads="1" noChangeShapeType="1"/>
          </p:cNvSpPr>
          <p:nvPr/>
        </p:nvSpPr>
        <p:spPr>
          <a:xfrm>
            <a:off x="9905660" y="10077537"/>
            <a:ext cx="1319216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latin typeface="Biome" panose="020B0503030204020804" pitchFamily="34" charset="0"/>
                <a:ea typeface="+mn-lt"/>
                <a:cs typeface="Biome" panose="020B0503030204020804" pitchFamily="34" charset="0"/>
              </a:rPr>
              <a:t>Thank you for your time and attention. We are open for your feedback on our project. We look forward for your valuable insights</a:t>
            </a:r>
            <a:endParaRPr lang="en-US" sz="4000">
              <a:latin typeface="Biome" panose="020B0503030204020804" pitchFamily="34" charset="0"/>
              <a:cs typeface="Biome" panose="020B0503030204020804" pitchFamily="34" charset="0"/>
            </a:endParaRPr>
          </a:p>
        </p:txBody>
      </p:sp>
      <p:sp>
        <p:nvSpPr>
          <p:cNvPr id="8" name="TextBox 7">
            <a:extLst>
              <a:ext uri="{FF2B5EF4-FFF2-40B4-BE49-F238E27FC236}">
                <a16:creationId xmlns:a16="http://schemas.microsoft.com/office/drawing/2014/main" id="{7F2B503B-39E8-CB0A-EA2E-8B7E637909C7}"/>
              </a:ext>
            </a:extLst>
          </p:cNvPr>
          <p:cNvSpPr txBox="1">
            <a:spLocks noGrp="1" noRot="1" noMove="1" noResize="1" noEditPoints="1" noAdjustHandles="1" noChangeArrowheads="1" noChangeShapeType="1"/>
          </p:cNvSpPr>
          <p:nvPr/>
        </p:nvSpPr>
        <p:spPr>
          <a:xfrm>
            <a:off x="356148" y="9118088"/>
            <a:ext cx="11084792" cy="5062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Aft>
                <a:spcPts val="600"/>
              </a:spcAft>
            </a:pPr>
            <a:r>
              <a:rPr lang="en-US" sz="4000">
                <a:latin typeface="Biome" panose="020B0503030204020804" pitchFamily="34" charset="0"/>
                <a:cs typeface="Biome" panose="020B0503030204020804" pitchFamily="34" charset="0"/>
              </a:rPr>
              <a:t>Presented by:</a:t>
            </a:r>
          </a:p>
          <a:p>
            <a:pPr marL="285750" indent="-228600">
              <a:lnSpc>
                <a:spcPct val="90000"/>
              </a:lnSpc>
              <a:spcAft>
                <a:spcPts val="600"/>
              </a:spcAft>
              <a:buFont typeface="Arial,Sans-Serif"/>
              <a:buChar char="•"/>
            </a:pPr>
            <a:endParaRPr lang="en-US" sz="4000">
              <a:latin typeface="Biome" panose="020B0503030204020804" pitchFamily="34" charset="0"/>
              <a:cs typeface="Biome" panose="020B0503030204020804" pitchFamily="34" charset="0"/>
            </a:endParaRPr>
          </a:p>
          <a:p>
            <a:pPr marL="514350">
              <a:lnSpc>
                <a:spcPct val="90000"/>
              </a:lnSpc>
              <a:spcAft>
                <a:spcPts val="600"/>
              </a:spcAft>
            </a:pPr>
            <a:r>
              <a:rPr lang="en-US" sz="4000">
                <a:latin typeface="Biome" panose="020B0503030204020804" pitchFamily="34" charset="0"/>
                <a:cs typeface="Biome" panose="020B0503030204020804" pitchFamily="34" charset="0"/>
              </a:rPr>
              <a:t>Abhijit Shine</a:t>
            </a:r>
          </a:p>
          <a:p>
            <a:pPr marL="514350">
              <a:lnSpc>
                <a:spcPct val="90000"/>
              </a:lnSpc>
              <a:spcAft>
                <a:spcPts val="600"/>
              </a:spcAft>
            </a:pPr>
            <a:r>
              <a:rPr lang="en-US" sz="4000">
                <a:latin typeface="Biome" panose="020B0503030204020804" pitchFamily="34" charset="0"/>
                <a:cs typeface="Biome" panose="020B0503030204020804" pitchFamily="34" charset="0"/>
              </a:rPr>
              <a:t>Vineeth Kumar Baradi</a:t>
            </a:r>
          </a:p>
          <a:p>
            <a:pPr marL="514350">
              <a:lnSpc>
                <a:spcPct val="90000"/>
              </a:lnSpc>
              <a:spcAft>
                <a:spcPts val="600"/>
              </a:spcAft>
            </a:pPr>
            <a:r>
              <a:rPr lang="en-US" sz="4000">
                <a:latin typeface="Biome" panose="020B0503030204020804" pitchFamily="34" charset="0"/>
                <a:cs typeface="Biome" panose="020B0503030204020804" pitchFamily="34" charset="0"/>
              </a:rPr>
              <a:t>Baskaran Palanisamy</a:t>
            </a:r>
          </a:p>
          <a:p>
            <a:pPr marL="514350">
              <a:lnSpc>
                <a:spcPct val="90000"/>
              </a:lnSpc>
              <a:spcAft>
                <a:spcPts val="600"/>
              </a:spcAft>
            </a:pPr>
            <a:r>
              <a:rPr lang="en-US" sz="4000">
                <a:latin typeface="Biome" panose="020B0503030204020804" pitchFamily="34" charset="0"/>
                <a:cs typeface="Biome" panose="020B0503030204020804" pitchFamily="34" charset="0"/>
              </a:rPr>
              <a:t>Ashok Kumar Parihar</a:t>
            </a:r>
          </a:p>
          <a:p>
            <a:pPr marL="514350">
              <a:lnSpc>
                <a:spcPct val="90000"/>
              </a:lnSpc>
              <a:spcAft>
                <a:spcPts val="600"/>
              </a:spcAft>
            </a:pPr>
            <a:r>
              <a:rPr lang="en-US" sz="4000">
                <a:latin typeface="Biome" panose="020B0503030204020804" pitchFamily="34" charset="0"/>
                <a:cs typeface="Biome" panose="020B0503030204020804" pitchFamily="34" charset="0"/>
              </a:rPr>
              <a:t>Shanmukha Santosh Reddy Kallam</a:t>
            </a:r>
          </a:p>
          <a:p>
            <a:endParaRPr lang="en-US">
              <a:latin typeface="Biome" panose="020B0503030204020804" pitchFamily="34" charset="0"/>
              <a:ea typeface="Calibri"/>
              <a:cs typeface="Biome" panose="020B0503030204020804" pitchFamily="34" charset="0"/>
            </a:endParaRPr>
          </a:p>
        </p:txBody>
      </p:sp>
    </p:spTree>
    <p:extLst>
      <p:ext uri="{BB962C8B-B14F-4D97-AF65-F5344CB8AC3E}">
        <p14:creationId xmlns:p14="http://schemas.microsoft.com/office/powerpoint/2010/main" val="2179799810"/>
      </p:ext>
    </p:extLst>
  </p:cSld>
  <p:clrMapOvr>
    <a:masterClrMapping/>
  </p:clrMapOvr>
</p:sld>
</file>

<file path=ppt/theme/theme1.xml><?xml version="1.0" encoding="utf-8"?>
<a:theme xmlns:a="http://schemas.openxmlformats.org/drawingml/2006/main" name="Office Theme">
  <a:themeElements>
    <a:clrScheme name="Custom 202">
      <a:dk1>
        <a:srgbClr val="999999"/>
      </a:dk1>
      <a:lt1>
        <a:srgbClr val="FFFFFF"/>
      </a:lt1>
      <a:dk2>
        <a:srgbClr val="374556"/>
      </a:dk2>
      <a:lt2>
        <a:srgbClr val="FEFFFE"/>
      </a:lt2>
      <a:accent1>
        <a:srgbClr val="63CF5C"/>
      </a:accent1>
      <a:accent2>
        <a:srgbClr val="30A76D"/>
      </a:accent2>
      <a:accent3>
        <a:srgbClr val="36936E"/>
      </a:accent3>
      <a:accent4>
        <a:srgbClr val="3A7C79"/>
      </a:accent4>
      <a:accent5>
        <a:srgbClr val="3B5B69"/>
      </a:accent5>
      <a:accent6>
        <a:srgbClr val="2B424D"/>
      </a:accent6>
      <a:hlink>
        <a:srgbClr val="9FD368"/>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Custom</PresentationFormat>
  <Slides>22</Slides>
  <Notes>6</Notes>
  <HiddenSlides>1</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Ashok Kumar</dc:creator>
  <cp:keywords/>
  <dc:description/>
  <cp:revision>1</cp:revision>
  <dcterms:created xsi:type="dcterms:W3CDTF">2014-11-12T21:47:38Z</dcterms:created>
  <dcterms:modified xsi:type="dcterms:W3CDTF">2024-12-06T05:27:50Z</dcterms:modified>
  <cp:category/>
</cp:coreProperties>
</file>